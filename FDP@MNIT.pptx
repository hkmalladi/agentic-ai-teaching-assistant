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6" r:id="rId1"/>
    <p:sldMasterId id="2147483883" r:id="rId2"/>
    <p:sldMasterId id="2147483978" r:id="rId3"/>
  </p:sldMasterIdLst>
  <p:notesMasterIdLst>
    <p:notesMasterId r:id="rId21"/>
  </p:notesMasterIdLst>
  <p:sldIdLst>
    <p:sldId id="404" r:id="rId4"/>
    <p:sldId id="2147349449" r:id="rId5"/>
    <p:sldId id="2147349450" r:id="rId6"/>
    <p:sldId id="2147349451" r:id="rId7"/>
    <p:sldId id="2147349452" r:id="rId8"/>
    <p:sldId id="2147349453" r:id="rId9"/>
    <p:sldId id="2147349454" r:id="rId10"/>
    <p:sldId id="2147349455" r:id="rId11"/>
    <p:sldId id="2147349456" r:id="rId12"/>
    <p:sldId id="2147349457" r:id="rId13"/>
    <p:sldId id="2147349458" r:id="rId14"/>
    <p:sldId id="2147349459" r:id="rId15"/>
    <p:sldId id="2147349460" r:id="rId16"/>
    <p:sldId id="2147349461" r:id="rId17"/>
    <p:sldId id="2147349464" r:id="rId18"/>
    <p:sldId id="2147349462" r:id="rId19"/>
    <p:sldId id="214734946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E7"/>
    <a:srgbClr val="ED7D31"/>
    <a:srgbClr val="4472C4"/>
    <a:srgbClr val="A5A5A5"/>
    <a:srgbClr val="0048E7"/>
    <a:srgbClr val="C37006"/>
    <a:srgbClr val="C37106"/>
    <a:srgbClr val="A21E20"/>
    <a:srgbClr val="487730"/>
    <a:srgbClr val="027D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autoAdjust="0"/>
    <p:restoredTop sz="95833"/>
  </p:normalViewPr>
  <p:slideViewPr>
    <p:cSldViewPr snapToGrid="0">
      <p:cViewPr varScale="1">
        <p:scale>
          <a:sx n="120" d="100"/>
          <a:sy n="120" d="100"/>
        </p:scale>
        <p:origin x="448" y="18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69" d="100"/>
          <a:sy n="169" d="100"/>
        </p:scale>
        <p:origin x="6720"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EC204-509F-4460-B910-38AE41F4940B}" type="datetimeFigureOut">
              <a:rPr lang="en-GB" smtClean="0"/>
              <a:t>31/10/2025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14A0D-DB97-4898-B3DF-85ECF62BF810}" type="slidenum">
              <a:rPr lang="en-GB" smtClean="0"/>
              <a:t>‹#›</a:t>
            </a:fld>
            <a:endParaRPr lang="en-GB"/>
          </a:p>
        </p:txBody>
      </p:sp>
    </p:spTree>
    <p:extLst>
      <p:ext uri="{BB962C8B-B14F-4D97-AF65-F5344CB8AC3E}">
        <p14:creationId xmlns:p14="http://schemas.microsoft.com/office/powerpoint/2010/main" val="231156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0093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DC5DD-CAFA-4AAB-E522-25A258180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67E0A-F3DC-CADD-74A6-B20C6BCEC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43981-275D-5124-E966-FB173B4C0E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7A2F4F-80B6-E8FF-46E7-15E6F131909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2175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41553-57A5-8005-D356-FBFC1893A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50B74-AF66-CBA7-E3B6-3728492AC8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FFF143-ED85-50EE-375B-1767F32799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F1A4EA-0D5A-99F3-4C61-CD6B1FB066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5511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50B72-3721-9523-0020-08D3806925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69FA2-5765-4F9F-1355-74E267BD4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D0B86-D445-1BD2-C938-43653ECB16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E37853-BA2C-3917-641B-9DD8B97A5E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0366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812DB-CDC9-5A97-F7EA-5D4E91D2F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41374-B192-7E86-8078-23473A980D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124DB-B67B-2EC9-0FD4-87D3E70EDD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1F67E1-2CE6-1D04-5F12-B4F3A49F83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237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C6741-4842-B453-A707-8668A81D6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0DB28-1862-DE28-60CE-BBC133FAE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75DFB-326D-BCF7-F310-A0D2F74105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27018C-7436-0314-E797-46D111E5FF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3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9C5C-6C63-2F01-875D-2080B10A6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BCCBE-4F05-944D-9B96-D675157EC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3AF27-55D3-DC6E-91DD-FF395FB025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A266B-5322-79DB-0124-5455D00042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4906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8956-C1BC-EB88-C626-EBAFD7267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6B185-DB75-49E3-C618-D82A6873D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25697-F33D-95AA-80AC-94F8A8185C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4E9728-BB7F-DD21-0DDD-3C1992FFD8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4790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1416F-D244-3496-CC05-8C3185913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44E7F-1F5A-BC4B-5C1C-79AC61C0D5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074699-AD67-0EFF-D6B0-AB5AEC7125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65AE3F-9169-74C6-5718-4CA45DE35C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2097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96CA4-33BA-D1E5-A13E-02D42745F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37657-D299-2DA0-0E6E-8BB326929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CFEC3-6CA3-A6DC-246B-A9C946B2FB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2A2CF1-7A1F-7F2E-00AA-167A917102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018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E341C-A48F-4E30-CB69-C0BD18978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88975-EFE3-AC05-F193-0BDF7562F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E516E-916D-3832-B26B-C6D03EE194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180CAF-6179-D3AD-7191-82EF6CF693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3175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0BF42-1A16-FA22-8771-4FE1ABD08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BBABF-9080-5967-CC97-B3F57EE12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F1782-2C70-99EA-9A0F-975835C03B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D406B9-6443-9A69-B44B-8DC817961F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9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980C0-F63D-E5AF-BA70-457D2FCC5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85091-A5CB-1DC6-F724-AD1DC7AF4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1FFF63-29C0-D7E9-C750-E7BEF206FA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22BA6D-8A07-07A7-5632-7E82A2B266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321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B59B6-1A4F-34CF-0427-118133DB4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6713E-CA55-69CB-1E79-32A3F36109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C6A37-C3FD-9242-82DE-B1C04F967C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D5E9BD-080B-FA2F-76A8-9FE8CB8263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002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62458-CE48-30C4-BC1E-05295E580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AE496-9146-8325-035F-B73A7F632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F897C-D486-EF59-4890-0331529B4E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889000-9606-02F0-AB7A-13B144E369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1593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C8DEA-0E92-D433-D9A0-DFF9A5F25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F37B71-5016-429F-B60B-29A90C7B3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021C7-9F40-8AA1-F740-404B15042F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7C813E-0B07-A9E4-1F13-CBC7AE9224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614A0D-DB97-4898-B3DF-85ECF62BF81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6512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F2AC-A604-FF99-5A40-0ADAE8325F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B88B8D-EE38-3E8A-DF56-9D6B1C814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BEC089-7B3E-C605-71D2-9E691A9C3617}"/>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5" name="Footer Placeholder 4">
            <a:extLst>
              <a:ext uri="{FF2B5EF4-FFF2-40B4-BE49-F238E27FC236}">
                <a16:creationId xmlns:a16="http://schemas.microsoft.com/office/drawing/2014/main" id="{E0CE9237-D6C1-C3F9-F293-BD801337A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1A66B-C0AC-3F53-B053-DFD764E1A1CD}"/>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2991249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D12A-FC66-CCBE-68EC-B18EED1107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FAAA01-FC7F-A7B1-FF54-082E4F9DCF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20B7E9-A680-F460-BFF7-7D417490BFE3}"/>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5" name="Footer Placeholder 4">
            <a:extLst>
              <a:ext uri="{FF2B5EF4-FFF2-40B4-BE49-F238E27FC236}">
                <a16:creationId xmlns:a16="http://schemas.microsoft.com/office/drawing/2014/main" id="{27D751A9-2A83-844D-78BD-02BE8A278A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5D0288-2E28-7857-E1A0-E93E4898FF08}"/>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574112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2EDE9-83BA-69B8-9BB1-9208A9A29E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5839C1-68EB-0944-3100-5440FEEF81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88E9D2-833D-5F28-217B-6F1F04F126A1}"/>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5" name="Footer Placeholder 4">
            <a:extLst>
              <a:ext uri="{FF2B5EF4-FFF2-40B4-BE49-F238E27FC236}">
                <a16:creationId xmlns:a16="http://schemas.microsoft.com/office/drawing/2014/main" id="{E44BE793-BFE5-8138-5CCD-053346FCB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7BCC6E-B371-F1C7-B383-656364E15858}"/>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3922426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3926-48A5-A8B3-AD43-C058750513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00C0B-59E4-CA90-D8D6-DDE9FE2D62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DFA8EF-19E0-2F45-3AB3-1C4BE95F19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3B982D-2277-02A7-FAB4-0E03F2E21C1C}"/>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6" name="Footer Placeholder 5">
            <a:extLst>
              <a:ext uri="{FF2B5EF4-FFF2-40B4-BE49-F238E27FC236}">
                <a16:creationId xmlns:a16="http://schemas.microsoft.com/office/drawing/2014/main" id="{0B03F841-4B15-5B46-396A-74CFC8C58C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80431-5B5B-5517-0693-F63B9082639A}"/>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597259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90CE1-6D4F-E78D-893A-C6232CF0C6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D8B5AB-E408-25A5-36E6-6BF72D553D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0A839D-995A-7FB4-EF9A-0EA23A6BB7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6EA738-A757-BA13-C66C-FBD780BFE6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227A4-F16E-48E4-7F54-8001980377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BC3211-45CC-230F-2047-67F3FDC2A14E}"/>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8" name="Footer Placeholder 7">
            <a:extLst>
              <a:ext uri="{FF2B5EF4-FFF2-40B4-BE49-F238E27FC236}">
                <a16:creationId xmlns:a16="http://schemas.microsoft.com/office/drawing/2014/main" id="{022E4B3C-7365-4A38-6B40-597AF354F5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327DB3-E279-3663-6ADB-FBEA944EE8A2}"/>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3435208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65B5F-D69D-F964-2805-66475AF9EB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CD96F2-F550-EF3E-917B-6CD8324342EC}"/>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4" name="Footer Placeholder 3">
            <a:extLst>
              <a:ext uri="{FF2B5EF4-FFF2-40B4-BE49-F238E27FC236}">
                <a16:creationId xmlns:a16="http://schemas.microsoft.com/office/drawing/2014/main" id="{50939BB8-7A15-2E01-04FA-0EDEE12947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D114CF-C6E1-ED33-2218-47499D1C9ED1}"/>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908360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F4528C-C123-BD7F-7BCB-68838F7390FD}"/>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3" name="Footer Placeholder 2">
            <a:extLst>
              <a:ext uri="{FF2B5EF4-FFF2-40B4-BE49-F238E27FC236}">
                <a16:creationId xmlns:a16="http://schemas.microsoft.com/office/drawing/2014/main" id="{38E88DA1-D442-546C-21BD-9618F41A6A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992DC7-248A-F40E-FEB3-38A79199300C}"/>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1331225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75DEF-E33D-5DF5-FBE6-B7311CCA8D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DE0BF9-86E7-31D0-D628-383F014234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DCC378-CA24-C2FE-A564-1B05143D73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0B8C07-21CC-CD5F-C79C-FDC34456D8DF}"/>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6" name="Footer Placeholder 5">
            <a:extLst>
              <a:ext uri="{FF2B5EF4-FFF2-40B4-BE49-F238E27FC236}">
                <a16:creationId xmlns:a16="http://schemas.microsoft.com/office/drawing/2014/main" id="{7474173B-6CE5-0638-1419-6176A27C1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8CCC7-F76A-FF01-7BB6-00B1A53A200A}"/>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2965504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01B1-B31E-0915-846D-4619270E7C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BFBC07-7DDE-2783-A2AD-B0634AF113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1E6A8C-F667-F02E-8A12-4E78E22043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EFB054-58C3-E947-6CC3-2D940DB4ED26}"/>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6" name="Footer Placeholder 5">
            <a:extLst>
              <a:ext uri="{FF2B5EF4-FFF2-40B4-BE49-F238E27FC236}">
                <a16:creationId xmlns:a16="http://schemas.microsoft.com/office/drawing/2014/main" id="{99B7D44E-7098-FB2D-5EB8-EE9FCEC865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91BC38-F7B8-209A-CFAF-4B7E9CA9BB74}"/>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4166943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4896-CCDF-A58D-8D8D-D779462E23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3C4338-863D-0CC0-53F9-B3EA1D181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1DF92-91CC-60F9-AAA4-7A9A8BF6F11E}"/>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5" name="Footer Placeholder 4">
            <a:extLst>
              <a:ext uri="{FF2B5EF4-FFF2-40B4-BE49-F238E27FC236}">
                <a16:creationId xmlns:a16="http://schemas.microsoft.com/office/drawing/2014/main" id="{1A6ED01D-1B74-97F7-272E-B39FE438CA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5BE9D7-EF28-9AF7-A414-7986BDA29147}"/>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2047563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827AD0-31C2-5432-11AF-7125A3CDE1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D8B0D0-8FBD-47AD-F873-FBE8E17205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3E260B-15FF-C37E-F928-4556AE1F3678}"/>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5" name="Footer Placeholder 4">
            <a:extLst>
              <a:ext uri="{FF2B5EF4-FFF2-40B4-BE49-F238E27FC236}">
                <a16:creationId xmlns:a16="http://schemas.microsoft.com/office/drawing/2014/main" id="{42FF374F-AD10-6DC7-5D8A-C812861CF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075E9C-737E-D0D5-D64B-4D0B068236AE}"/>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3191047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1237-491B-EC8F-8D60-B55FE776BF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01ABCB-821A-075F-F36E-3C9713EBE1C1}"/>
              </a:ext>
            </a:extLst>
          </p:cNvPr>
          <p:cNvSpPr>
            <a:spLocks noGrp="1"/>
          </p:cNvSpPr>
          <p:nvPr>
            <p:ph type="dt" sz="half" idx="10"/>
          </p:nvPr>
        </p:nvSpPr>
        <p:spPr/>
        <p:txBody>
          <a:bodyPr/>
          <a:lstStyle/>
          <a:p>
            <a:fld id="{535FB9A0-C240-5F4A-84D7-2EAC47581942}" type="datetimeFigureOut">
              <a:rPr lang="en-US" smtClean="0"/>
              <a:t>10/31/25</a:t>
            </a:fld>
            <a:endParaRPr lang="en-US"/>
          </a:p>
        </p:txBody>
      </p:sp>
      <p:sp>
        <p:nvSpPr>
          <p:cNvPr id="4" name="Footer Placeholder 3">
            <a:extLst>
              <a:ext uri="{FF2B5EF4-FFF2-40B4-BE49-F238E27FC236}">
                <a16:creationId xmlns:a16="http://schemas.microsoft.com/office/drawing/2014/main" id="{036D6CD7-852A-941A-F18A-102A761720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279E7-549D-CD0C-7670-D6AA68B4769F}"/>
              </a:ext>
            </a:extLst>
          </p:cNvPr>
          <p:cNvSpPr>
            <a:spLocks noGrp="1"/>
          </p:cNvSpPr>
          <p:nvPr>
            <p:ph type="sldNum" sz="quarter" idx="12"/>
          </p:nvPr>
        </p:nvSpPr>
        <p:spPr/>
        <p:txBody>
          <a:bodyPr/>
          <a:lstStyle/>
          <a:p>
            <a:fld id="{7B78E486-5EDF-7442-916F-4E165B536FDC}" type="slidenum">
              <a:rPr lang="en-US" smtClean="0"/>
              <a:t>‹#›</a:t>
            </a:fld>
            <a:endParaRPr lang="en-US"/>
          </a:p>
        </p:txBody>
      </p:sp>
    </p:spTree>
    <p:extLst>
      <p:ext uri="{BB962C8B-B14F-4D97-AF65-F5344CB8AC3E}">
        <p14:creationId xmlns:p14="http://schemas.microsoft.com/office/powerpoint/2010/main" val="1180021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10/31/25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1458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10/31/25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3653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BB71A-5A0C-45CD-A250-7BCD4438C700}"/>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EE7C229-F1E1-4909-A5CF-9910A91D9FE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083EA53-A563-47B8-98D2-A4B1FE2AAE6A}"/>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5" name="Footer Placeholder 4">
            <a:extLst>
              <a:ext uri="{FF2B5EF4-FFF2-40B4-BE49-F238E27FC236}">
                <a16:creationId xmlns:a16="http://schemas.microsoft.com/office/drawing/2014/main" id="{2A7DECD9-AB4B-4B05-A889-BDD0B0324BE6}"/>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A3B6E742-AF92-45CF-954E-F88E4CB47CF2}"/>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3229372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9CA3-9890-4F93-8D00-C85ADB4F1742}"/>
              </a:ext>
            </a:extLst>
          </p:cNvPr>
          <p:cNvSpPr>
            <a:spLocks noGrp="1"/>
          </p:cNvSpPr>
          <p:nvPr>
            <p:ph type="title"/>
          </p:nvPr>
        </p:nvSpPr>
        <p:spPr>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8BD5BB1-69A7-4588-A802-A1FEE0EF57F3}"/>
              </a:ext>
            </a:extLst>
          </p:cNvPr>
          <p:cNvSpPr>
            <a:spLocks noGrp="1"/>
          </p:cNvSpPr>
          <p:nvPr>
            <p:ph idx="1"/>
          </p:nvPr>
        </p:nvSpPr>
        <p:spPr>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3F36062-DC03-4BA2-9F23-41F6926EF7A4}"/>
              </a:ext>
            </a:extLst>
          </p:cNvPr>
          <p:cNvSpPr>
            <a:spLocks noGrp="1"/>
          </p:cNvSpPr>
          <p:nvPr>
            <p:ph type="dt" sz="half" idx="10"/>
          </p:nvPr>
        </p:nvSpPr>
        <p:spPr>
          <a:prstGeom prst="rect">
            <a:avLst/>
          </a:prstGeom>
        </p:spPr>
        <p:txBody>
          <a:bodyPr/>
          <a:lstStyle/>
          <a:p>
            <a:fld id="{7E0E1ABA-1477-4C7D-BD41-3BA38549E0E0}" type="datetimeFigureOut">
              <a:rPr lang="en-GB" smtClean="0"/>
              <a:t>31/10/2025</a:t>
            </a:fld>
            <a:endParaRPr lang="en-GB"/>
          </a:p>
        </p:txBody>
      </p:sp>
      <p:sp>
        <p:nvSpPr>
          <p:cNvPr id="5" name="Footer Placeholder 4">
            <a:extLst>
              <a:ext uri="{FF2B5EF4-FFF2-40B4-BE49-F238E27FC236}">
                <a16:creationId xmlns:a16="http://schemas.microsoft.com/office/drawing/2014/main" id="{AB34EB2B-05DD-44D8-A914-B9FE8DDC7A1A}"/>
              </a:ext>
            </a:extLst>
          </p:cNvPr>
          <p:cNvSpPr>
            <a:spLocks noGrp="1"/>
          </p:cNvSpPr>
          <p:nvPr>
            <p:ph type="ftr" sz="quarter" idx="11"/>
          </p:nvPr>
        </p:nvSpPr>
        <p:spPr>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02162E34-54CB-47C6-9415-EFC5F774D129}"/>
              </a:ext>
            </a:extLst>
          </p:cNvPr>
          <p:cNvSpPr>
            <a:spLocks noGrp="1"/>
          </p:cNvSpPr>
          <p:nvPr>
            <p:ph type="sldNum" sz="quarter" idx="12"/>
          </p:nvPr>
        </p:nvSpPr>
        <p:spPr>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3821760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6E147-5C23-4D5A-B258-181432D12D6D}"/>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ED20592-1CE0-4B71-AA82-4B5AA13EE421}"/>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B4F90E-6981-494B-BBB4-85609EED847B}"/>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5" name="Footer Placeholder 4">
            <a:extLst>
              <a:ext uri="{FF2B5EF4-FFF2-40B4-BE49-F238E27FC236}">
                <a16:creationId xmlns:a16="http://schemas.microsoft.com/office/drawing/2014/main" id="{EEFEE83B-02A4-459A-82E8-CA22D304EEE6}"/>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AD062FA9-1213-422B-B312-32DCCEA6081F}"/>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32502147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165B4-F594-4909-B7AA-3140C923689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E557902-E6F4-439E-8F2C-F4E8A5407EF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58664EF-A587-4E97-B426-9E1ED279DCE7}"/>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74E82F6-C918-44C2-AA6C-138B27D98B16}"/>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6" name="Footer Placeholder 5">
            <a:extLst>
              <a:ext uri="{FF2B5EF4-FFF2-40B4-BE49-F238E27FC236}">
                <a16:creationId xmlns:a16="http://schemas.microsoft.com/office/drawing/2014/main" id="{B4D53AF2-E319-4E5C-B06E-035C67BFE7F7}"/>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7C1A7645-76D1-45BF-A6FB-5EAC76F1A8D1}"/>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2607057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1D531-E321-44B6-8099-A58B027BCDC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0201C72-6B3A-49A7-A3A5-9D95F1C4335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022DA6-8BF8-474B-B8FD-611A8BC26EB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7F76046-BB55-491E-98D1-5D8697EFBA7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4062C0-CBCA-43D1-9542-DE2E09328298}"/>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4C21E18-27AA-46A1-B7A2-77FB5BF54FC4}"/>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8" name="Footer Placeholder 7">
            <a:extLst>
              <a:ext uri="{FF2B5EF4-FFF2-40B4-BE49-F238E27FC236}">
                <a16:creationId xmlns:a16="http://schemas.microsoft.com/office/drawing/2014/main" id="{1F9B5CE5-6246-4DBF-BBA1-63CD65361CB7}"/>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DBA8AB0B-C1A3-44BF-8075-0CAF3CE45ED0}"/>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3285644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4F2-0B86-4500-AE2D-CE2E8166240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7D3BE61-C77B-451A-AD79-2410798ED858}"/>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4" name="Footer Placeholder 3">
            <a:extLst>
              <a:ext uri="{FF2B5EF4-FFF2-40B4-BE49-F238E27FC236}">
                <a16:creationId xmlns:a16="http://schemas.microsoft.com/office/drawing/2014/main" id="{DE7CC11E-7D1E-4E7B-AD7D-843725D5DA0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F3CFCF4E-2D6F-4628-8D5A-D54D8B800096}"/>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3114181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47BB6-A185-46C6-936B-C777F3959B6C}"/>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3" name="Footer Placeholder 2">
            <a:extLst>
              <a:ext uri="{FF2B5EF4-FFF2-40B4-BE49-F238E27FC236}">
                <a16:creationId xmlns:a16="http://schemas.microsoft.com/office/drawing/2014/main" id="{1D16EF47-AAB7-4817-9523-03E4C5E0225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A236E9FA-E1F6-4487-959E-250E25474BFC}"/>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pic>
        <p:nvPicPr>
          <p:cNvPr id="16" name="Picture 15" descr="A white jigsaw puzzle with a red piece standing out">
            <a:extLst>
              <a:ext uri="{FF2B5EF4-FFF2-40B4-BE49-F238E27FC236}">
                <a16:creationId xmlns:a16="http://schemas.microsoft.com/office/drawing/2014/main" id="{259A8402-D1BA-40D2-A383-13708207CF5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5971" y="268202"/>
            <a:ext cx="8840304" cy="5971572"/>
          </a:xfrm>
          <a:prstGeom prst="rect">
            <a:avLst/>
          </a:prstGeom>
        </p:spPr>
      </p:pic>
    </p:spTree>
    <p:extLst>
      <p:ext uri="{BB962C8B-B14F-4D97-AF65-F5344CB8AC3E}">
        <p14:creationId xmlns:p14="http://schemas.microsoft.com/office/powerpoint/2010/main" val="16171880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47BB6-A185-46C6-936B-C777F3959B6C}"/>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3" name="Footer Placeholder 2">
            <a:extLst>
              <a:ext uri="{FF2B5EF4-FFF2-40B4-BE49-F238E27FC236}">
                <a16:creationId xmlns:a16="http://schemas.microsoft.com/office/drawing/2014/main" id="{1D16EF47-AAB7-4817-9523-03E4C5E0225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A236E9FA-E1F6-4487-959E-250E25474BFC}"/>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pic>
        <p:nvPicPr>
          <p:cNvPr id="12" name="Picture 11" descr="Cardboard boxes">
            <a:extLst>
              <a:ext uri="{FF2B5EF4-FFF2-40B4-BE49-F238E27FC236}">
                <a16:creationId xmlns:a16="http://schemas.microsoft.com/office/drawing/2014/main" id="{4BC55B4D-6710-4388-89EE-840ED129F22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9794" y="207034"/>
            <a:ext cx="8918455" cy="5974668"/>
          </a:xfrm>
          <a:prstGeom prst="rect">
            <a:avLst/>
          </a:prstGeom>
        </p:spPr>
      </p:pic>
    </p:spTree>
    <p:extLst>
      <p:ext uri="{BB962C8B-B14F-4D97-AF65-F5344CB8AC3E}">
        <p14:creationId xmlns:p14="http://schemas.microsoft.com/office/powerpoint/2010/main" val="10678819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47BB6-A185-46C6-936B-C777F3959B6C}"/>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3" name="Footer Placeholder 2">
            <a:extLst>
              <a:ext uri="{FF2B5EF4-FFF2-40B4-BE49-F238E27FC236}">
                <a16:creationId xmlns:a16="http://schemas.microsoft.com/office/drawing/2014/main" id="{1D16EF47-AAB7-4817-9523-03E4C5E0225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A236E9FA-E1F6-4487-959E-250E25474BFC}"/>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pic>
        <p:nvPicPr>
          <p:cNvPr id="10" name="Picture 9" descr="3D wooden cubes with one yellow cube suspended in mid-air">
            <a:extLst>
              <a:ext uri="{FF2B5EF4-FFF2-40B4-BE49-F238E27FC236}">
                <a16:creationId xmlns:a16="http://schemas.microsoft.com/office/drawing/2014/main" id="{D96A3199-E2C4-4F3A-B8EC-3ECA79805DF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6085" y="213736"/>
            <a:ext cx="8823396" cy="5882264"/>
          </a:xfrm>
          <a:prstGeom prst="rect">
            <a:avLst/>
          </a:prstGeom>
        </p:spPr>
      </p:pic>
    </p:spTree>
    <p:extLst>
      <p:ext uri="{BB962C8B-B14F-4D97-AF65-F5344CB8AC3E}">
        <p14:creationId xmlns:p14="http://schemas.microsoft.com/office/powerpoint/2010/main" val="15239834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47BB6-A185-46C6-936B-C777F3959B6C}"/>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3" name="Footer Placeholder 2">
            <a:extLst>
              <a:ext uri="{FF2B5EF4-FFF2-40B4-BE49-F238E27FC236}">
                <a16:creationId xmlns:a16="http://schemas.microsoft.com/office/drawing/2014/main" id="{1D16EF47-AAB7-4817-9523-03E4C5E0225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A236E9FA-E1F6-4487-959E-250E25474BFC}"/>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pic>
        <p:nvPicPr>
          <p:cNvPr id="8" name="Picture 7" descr="Smiley face sticky notes">
            <a:extLst>
              <a:ext uri="{FF2B5EF4-FFF2-40B4-BE49-F238E27FC236}">
                <a16:creationId xmlns:a16="http://schemas.microsoft.com/office/drawing/2014/main" id="{658C1C36-09E4-4914-A2BF-2920C5487FD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1617" y="311026"/>
            <a:ext cx="8798231" cy="5865487"/>
          </a:xfrm>
          <a:prstGeom prst="rect">
            <a:avLst/>
          </a:prstGeom>
        </p:spPr>
      </p:pic>
    </p:spTree>
    <p:extLst>
      <p:ext uri="{BB962C8B-B14F-4D97-AF65-F5344CB8AC3E}">
        <p14:creationId xmlns:p14="http://schemas.microsoft.com/office/powerpoint/2010/main" val="34184001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47BB6-A185-46C6-936B-C777F3959B6C}"/>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3" name="Footer Placeholder 2">
            <a:extLst>
              <a:ext uri="{FF2B5EF4-FFF2-40B4-BE49-F238E27FC236}">
                <a16:creationId xmlns:a16="http://schemas.microsoft.com/office/drawing/2014/main" id="{1D16EF47-AAB7-4817-9523-03E4C5E0225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A236E9FA-E1F6-4487-959E-250E25474BFC}"/>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pic>
        <p:nvPicPr>
          <p:cNvPr id="6" name="Picture 5" descr="Illuminating smoke on a black background">
            <a:extLst>
              <a:ext uri="{FF2B5EF4-FFF2-40B4-BE49-F238E27FC236}">
                <a16:creationId xmlns:a16="http://schemas.microsoft.com/office/drawing/2014/main" id="{8935ED23-E6D5-402A-B01A-D9296A04007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8842076" cy="5894717"/>
          </a:xfrm>
          <a:prstGeom prst="rect">
            <a:avLst/>
          </a:prstGeom>
        </p:spPr>
      </p:pic>
    </p:spTree>
    <p:extLst>
      <p:ext uri="{BB962C8B-B14F-4D97-AF65-F5344CB8AC3E}">
        <p14:creationId xmlns:p14="http://schemas.microsoft.com/office/powerpoint/2010/main" val="11092353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A184A-46E2-4321-B4BD-8D314685DDB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C3272AA-310C-44BB-9934-53518B1841E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D8300BC-7126-47BD-BD91-44116A2E4A0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B1B8C4-0AB4-40CF-8669-5419E43D14AE}"/>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6" name="Footer Placeholder 5">
            <a:extLst>
              <a:ext uri="{FF2B5EF4-FFF2-40B4-BE49-F238E27FC236}">
                <a16:creationId xmlns:a16="http://schemas.microsoft.com/office/drawing/2014/main" id="{CD3765D9-954A-4F01-A960-5BB126090A3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B65F8F3F-C538-4332-A287-049C8464F814}"/>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32272535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AD1F9-20EC-4B95-9B70-8FAFB872E24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7C3FD11-7813-4938-A052-056CAB2A1717}"/>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D90B47B7-ECF8-4B70-AC2F-B8B0C751FA6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77CCAB-4103-4356-9CC1-0288AA5FE080}"/>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6" name="Footer Placeholder 5">
            <a:extLst>
              <a:ext uri="{FF2B5EF4-FFF2-40B4-BE49-F238E27FC236}">
                <a16:creationId xmlns:a16="http://schemas.microsoft.com/office/drawing/2014/main" id="{FA91872C-A828-40D1-B580-6A1D5E3736DF}"/>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B316EC9-CA75-4E22-964C-18AAC64E2A6F}"/>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20011069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D81C5-FF25-45FC-8BFD-C3B179B38F1F}"/>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55404EF-5659-405E-973D-A0888CA8373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F9BFB0-2D35-47A0-BC10-DD172772A637}"/>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5" name="Footer Placeholder 4">
            <a:extLst>
              <a:ext uri="{FF2B5EF4-FFF2-40B4-BE49-F238E27FC236}">
                <a16:creationId xmlns:a16="http://schemas.microsoft.com/office/drawing/2014/main" id="{F8090239-15E8-4CA5-84A0-E730F8CB6C9E}"/>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FBD9D147-BB19-40A8-AEE1-54AD5FB227D4}"/>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14071114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07BFE9-76E4-4C80-9F3C-E7E954641E7B}"/>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2A4A35B-7163-4E24-AA15-4A99F989C38B}"/>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2533FC-6E0A-4581-90C8-CEA38444E286}"/>
              </a:ext>
            </a:extLst>
          </p:cNvPr>
          <p:cNvSpPr>
            <a:spLocks noGrp="1"/>
          </p:cNvSpPr>
          <p:nvPr>
            <p:ph type="dt" sz="half" idx="10"/>
          </p:nvPr>
        </p:nvSpPr>
        <p:spPr>
          <a:xfrm>
            <a:off x="838200" y="6356350"/>
            <a:ext cx="2743200" cy="365125"/>
          </a:xfrm>
          <a:prstGeom prst="rect">
            <a:avLst/>
          </a:prstGeom>
        </p:spPr>
        <p:txBody>
          <a:bodyPr/>
          <a:lstStyle/>
          <a:p>
            <a:fld id="{7E0E1ABA-1477-4C7D-BD41-3BA38549E0E0}" type="datetimeFigureOut">
              <a:rPr lang="en-GB" smtClean="0"/>
              <a:t>31/10/2025</a:t>
            </a:fld>
            <a:endParaRPr lang="en-GB"/>
          </a:p>
        </p:txBody>
      </p:sp>
      <p:sp>
        <p:nvSpPr>
          <p:cNvPr id="5" name="Footer Placeholder 4">
            <a:extLst>
              <a:ext uri="{FF2B5EF4-FFF2-40B4-BE49-F238E27FC236}">
                <a16:creationId xmlns:a16="http://schemas.microsoft.com/office/drawing/2014/main" id="{4DC214EC-D3B6-4196-B2FB-B5058D81F4E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6BB1C54-D078-44A0-8D26-60010F8A1D19}"/>
              </a:ext>
            </a:extLst>
          </p:cNvPr>
          <p:cNvSpPr>
            <a:spLocks noGrp="1"/>
          </p:cNvSpPr>
          <p:nvPr>
            <p:ph type="sldNum" sz="quarter" idx="12"/>
          </p:nvPr>
        </p:nvSpPr>
        <p:spPr>
          <a:xfrm>
            <a:off x="8610600" y="6356350"/>
            <a:ext cx="2743200" cy="365125"/>
          </a:xfrm>
          <a:prstGeom prst="rect">
            <a:avLst/>
          </a:prstGeom>
        </p:spPr>
        <p:txBody>
          <a:bodyPr/>
          <a:lstStyle/>
          <a:p>
            <a:fld id="{81192ED1-E93C-4A78-9426-656DE666956A}" type="slidenum">
              <a:rPr lang="en-GB" smtClean="0"/>
              <a:t>‹#›</a:t>
            </a:fld>
            <a:endParaRPr lang="en-GB"/>
          </a:p>
        </p:txBody>
      </p:sp>
    </p:spTree>
    <p:extLst>
      <p:ext uri="{BB962C8B-B14F-4D97-AF65-F5344CB8AC3E}">
        <p14:creationId xmlns:p14="http://schemas.microsoft.com/office/powerpoint/2010/main" val="27924649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options">
    <p:spTree>
      <p:nvGrpSpPr>
        <p:cNvPr id="1" name=""/>
        <p:cNvGrpSpPr/>
        <p:nvPr/>
      </p:nvGrpSpPr>
      <p:grpSpPr>
        <a:xfrm>
          <a:off x="0" y="0"/>
          <a:ext cx="0" cy="0"/>
          <a:chOff x="0" y="0"/>
          <a:chExt cx="0" cy="0"/>
        </a:xfrm>
      </p:grpSpPr>
      <p:sp>
        <p:nvSpPr>
          <p:cNvPr id="11" name="Text Placeholder 33"/>
          <p:cNvSpPr>
            <a:spLocks noGrp="1"/>
          </p:cNvSpPr>
          <p:nvPr>
            <p:ph type="body" sz="quarter" idx="11" hasCustomPrompt="1"/>
          </p:nvPr>
        </p:nvSpPr>
        <p:spPr>
          <a:xfrm>
            <a:off x="7304405" y="1560511"/>
            <a:ext cx="3855720" cy="968376"/>
          </a:xfrm>
          <a:prstGeom prst="rect">
            <a:avLst/>
          </a:prstGeom>
        </p:spPr>
        <p:txBody>
          <a:bodyPr>
            <a:noAutofit/>
          </a:bodyPr>
          <a:lstStyle>
            <a:lvl1pPr marL="0" indent="0">
              <a:buNone/>
              <a:defRPr sz="11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2" name="Text Placeholder 36"/>
          <p:cNvSpPr>
            <a:spLocks noGrp="1"/>
          </p:cNvSpPr>
          <p:nvPr>
            <p:ph type="body" sz="quarter" idx="14" hasCustomPrompt="1"/>
          </p:nvPr>
        </p:nvSpPr>
        <p:spPr>
          <a:xfrm>
            <a:off x="7304404" y="1152523"/>
            <a:ext cx="2531747" cy="541338"/>
          </a:xfrm>
          <a:prstGeom prst="rect">
            <a:avLst/>
          </a:prstGeo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01</a:t>
            </a:r>
            <a:endParaRPr lang="ru-RU" dirty="0"/>
          </a:p>
        </p:txBody>
      </p:sp>
      <p:sp>
        <p:nvSpPr>
          <p:cNvPr id="13" name="Text Placeholder 33"/>
          <p:cNvSpPr>
            <a:spLocks noGrp="1"/>
          </p:cNvSpPr>
          <p:nvPr>
            <p:ph type="body" sz="quarter" idx="15" hasCustomPrompt="1"/>
          </p:nvPr>
        </p:nvSpPr>
        <p:spPr>
          <a:xfrm>
            <a:off x="7304405" y="3355971"/>
            <a:ext cx="3855720" cy="968376"/>
          </a:xfrm>
          <a:prstGeom prst="rect">
            <a:avLst/>
          </a:prstGeom>
        </p:spPr>
        <p:txBody>
          <a:bodyPr>
            <a:noAutofit/>
          </a:bodyPr>
          <a:lstStyle>
            <a:lvl1pPr marL="0" indent="0">
              <a:buNone/>
              <a:defRPr sz="11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14" name="Text Placeholder 36"/>
          <p:cNvSpPr>
            <a:spLocks noGrp="1"/>
          </p:cNvSpPr>
          <p:nvPr>
            <p:ph type="body" sz="quarter" idx="16" hasCustomPrompt="1"/>
          </p:nvPr>
        </p:nvSpPr>
        <p:spPr>
          <a:xfrm>
            <a:off x="7304404" y="2947983"/>
            <a:ext cx="2531747" cy="541338"/>
          </a:xfrm>
          <a:prstGeom prst="rect">
            <a:avLst/>
          </a:prstGeom>
        </p:spPr>
        <p:txBody>
          <a:bodyPr>
            <a:noAutofit/>
          </a:bodyPr>
          <a:lstStyle>
            <a:lvl1pPr marL="0" indent="0" algn="l">
              <a:buNone/>
              <a:defRPr kumimoji="0" lang="en-US" sz="2000" b="0"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02</a:t>
            </a:r>
            <a:endParaRPr lang="ru-RU" dirty="0"/>
          </a:p>
        </p:txBody>
      </p:sp>
      <p:sp>
        <p:nvSpPr>
          <p:cNvPr id="15" name="Text Placeholder 33"/>
          <p:cNvSpPr>
            <a:spLocks noGrp="1"/>
          </p:cNvSpPr>
          <p:nvPr>
            <p:ph type="body" sz="quarter" idx="17" hasCustomPrompt="1"/>
          </p:nvPr>
        </p:nvSpPr>
        <p:spPr>
          <a:xfrm>
            <a:off x="7304405" y="5151431"/>
            <a:ext cx="3855720" cy="968376"/>
          </a:xfrm>
          <a:prstGeom prst="rect">
            <a:avLst/>
          </a:prstGeom>
        </p:spPr>
        <p:txBody>
          <a:bodyPr>
            <a:noAutofit/>
          </a:bodyPr>
          <a:lstStyle>
            <a:lvl1pPr marL="0" indent="0">
              <a:buNone/>
              <a:defRPr sz="11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Lorem ipsum dolor sit amet, consectetur adipiscing elit, sed do eiusmod tempor incididunt ut labore et dolore magna aliqua. Ut enim ad minim veniam, quis nostrud exercitation ullamco laboris nisi ut aliquip ex ea commodo consequat. </a:t>
            </a:r>
          </a:p>
        </p:txBody>
      </p:sp>
      <p:sp>
        <p:nvSpPr>
          <p:cNvPr id="20" name="Text Placeholder 36"/>
          <p:cNvSpPr>
            <a:spLocks noGrp="1"/>
          </p:cNvSpPr>
          <p:nvPr>
            <p:ph type="body" sz="quarter" idx="18" hasCustomPrompt="1"/>
          </p:nvPr>
        </p:nvSpPr>
        <p:spPr>
          <a:xfrm>
            <a:off x="7304404" y="4743443"/>
            <a:ext cx="2531747" cy="541338"/>
          </a:xfrm>
          <a:prstGeom prst="rect">
            <a:avLst/>
          </a:prstGeom>
        </p:spPr>
        <p:txBody>
          <a:bodyPr>
            <a:noAutofit/>
          </a:bodyPr>
          <a:lstStyle>
            <a:lvl1pPr marL="0" indent="0" algn="l">
              <a:buNone/>
              <a:defRPr kumimoji="0" lang="en-US" sz="2000" b="1" i="0" u="none" strike="noStrike" kern="1200" cap="none" normalizeH="0" baseline="0" dirty="0" smtClean="0">
                <a:ln>
                  <a:noFill/>
                </a:ln>
                <a:solidFill>
                  <a:schemeClr val="tx1"/>
                </a:solidFill>
                <a:effectLst/>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2pPr>
            <a:lvl3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3pPr>
            <a:lvl4pPr>
              <a:defRPr kumimoji="0" lang="en-US" sz="2400" b="1" i="0" u="none" strike="noStrike" kern="1200" cap="none" normalizeH="0" baseline="0" dirty="0" smtClean="0">
                <a:ln>
                  <a:noFill/>
                </a:ln>
                <a:solidFill>
                  <a:srgbClr val="FE2635"/>
                </a:solidFill>
                <a:effectLst/>
                <a:latin typeface="Open Sans" panose="020B0606030504020204" pitchFamily="34" charset="0"/>
                <a:ea typeface="+mn-ea"/>
                <a:cs typeface="+mn-cs"/>
              </a:defRPr>
            </a:lvl4pPr>
            <a:lvl5pPr>
              <a:defRPr kumimoji="0" lang="ru-RU" sz="2400" b="1" i="0" u="none" strike="noStrike" kern="1200" cap="none" normalizeH="0" baseline="0" dirty="0">
                <a:ln>
                  <a:noFill/>
                </a:ln>
                <a:solidFill>
                  <a:srgbClr val="FE2635"/>
                </a:solidFill>
                <a:effectLst/>
                <a:latin typeface="Open Sans" panose="020B0606030504020204" pitchFamily="34" charset="0"/>
                <a:ea typeface="+mn-ea"/>
                <a:cs typeface="+mn-cs"/>
              </a:defRPr>
            </a:lvl5pPr>
          </a:lstStyle>
          <a:p>
            <a:pPr lvl="0"/>
            <a:r>
              <a:rPr lang="en-US" dirty="0"/>
              <a:t>INFODATA 03</a:t>
            </a:r>
            <a:endParaRPr lang="ru-RU" dirty="0"/>
          </a:p>
        </p:txBody>
      </p:sp>
    </p:spTree>
    <p:extLst>
      <p:ext uri="{BB962C8B-B14F-4D97-AF65-F5344CB8AC3E}">
        <p14:creationId xmlns:p14="http://schemas.microsoft.com/office/powerpoint/2010/main" val="1802733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2BCDF6-71E0-4F4B-A43D-03B84B89C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A374BE-E42F-86EB-CA9B-80ADBA6A11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87B23-8730-2829-7A4A-CEB60CA528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5FB9A0-C240-5F4A-84D7-2EAC47581942}" type="datetimeFigureOut">
              <a:rPr lang="en-US" smtClean="0"/>
              <a:t>10/31/25</a:t>
            </a:fld>
            <a:endParaRPr lang="en-US"/>
          </a:p>
        </p:txBody>
      </p:sp>
      <p:sp>
        <p:nvSpPr>
          <p:cNvPr id="5" name="Footer Placeholder 4">
            <a:extLst>
              <a:ext uri="{FF2B5EF4-FFF2-40B4-BE49-F238E27FC236}">
                <a16:creationId xmlns:a16="http://schemas.microsoft.com/office/drawing/2014/main" id="{A333BC73-3A1E-E5E3-DEDC-49AC679295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41F068-36C9-DE4B-390E-688B3D862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78E486-5EDF-7442-916F-4E165B536FDC}" type="slidenum">
              <a:rPr lang="en-US" smtClean="0"/>
              <a:t>‹#›</a:t>
            </a:fld>
            <a:endParaRPr lang="en-US"/>
          </a:p>
        </p:txBody>
      </p:sp>
    </p:spTree>
    <p:extLst>
      <p:ext uri="{BB962C8B-B14F-4D97-AF65-F5344CB8AC3E}">
        <p14:creationId xmlns:p14="http://schemas.microsoft.com/office/powerpoint/2010/main" val="3525119887"/>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spc="100">
                <a:solidFill>
                  <a:schemeClr val="tx1">
                    <a:tint val="75000"/>
                  </a:schemeClr>
                </a:solidFill>
              </a:defRPr>
            </a:lvl1pPr>
          </a:lstStyle>
          <a:p>
            <a:fld id="{02AC24A9-CCB6-4F8D-B8DB-C2F3692CFA5A}" type="datetimeFigureOut">
              <a:rPr lang="en-US" smtClean="0"/>
              <a:t>10/31/25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spc="1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spc="1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625673795"/>
      </p:ext>
    </p:extLst>
  </p:cSld>
  <p:clrMap bg1="lt1" tx1="dk1" bg2="lt2" tx2="dk2" accent1="accent1" accent2="accent2" accent3="accent3" accent4="accent4" accent5="accent5" accent6="accent6" hlink="hlink" folHlink="folHlink"/>
  <p:sldLayoutIdLst>
    <p:sldLayoutId id="2147483885" r:id="rId1"/>
    <p:sldLayoutId id="2147483884" r:id="rId2"/>
  </p:sldLayoutIdLst>
  <p:txStyles>
    <p:titleStyle>
      <a:lvl1pPr algn="l" defTabSz="914400" rtl="0" eaLnBrk="1" latinLnBrk="0" hangingPunct="1">
        <a:lnSpc>
          <a:spcPct val="90000"/>
        </a:lnSpc>
        <a:spcBef>
          <a:spcPct val="0"/>
        </a:spcBef>
        <a:buNone/>
        <a:defRPr sz="4400" kern="1200" spc="18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638D67-C776-4FF3-BA37-5054FF82984B}"/>
              </a:ext>
            </a:extLst>
          </p:cNvPr>
          <p:cNvSpPr>
            <a:spLocks noGrp="1"/>
          </p:cNvSpPr>
          <p:nvPr>
            <p:ph type="title"/>
          </p:nvPr>
        </p:nvSpPr>
        <p:spPr>
          <a:xfrm>
            <a:off x="172530" y="189331"/>
            <a:ext cx="10515600" cy="686440"/>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1E4CC03E-FF3D-42A2-A659-A757B0E0C9E9}"/>
              </a:ext>
            </a:extLst>
          </p:cNvPr>
          <p:cNvSpPr>
            <a:spLocks noGrp="1"/>
          </p:cNvSpPr>
          <p:nvPr>
            <p:ph type="body" idx="1"/>
          </p:nvPr>
        </p:nvSpPr>
        <p:spPr>
          <a:xfrm>
            <a:off x="172530" y="1092679"/>
            <a:ext cx="11846940" cy="50314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F4EC5D9-362E-45DA-B30F-782C565BC5CA}"/>
              </a:ext>
            </a:extLst>
          </p:cNvPr>
          <p:cNvSpPr>
            <a:spLocks noGrp="1"/>
          </p:cNvSpPr>
          <p:nvPr>
            <p:ph type="dt" sz="half" idx="2"/>
          </p:nvPr>
        </p:nvSpPr>
        <p:spPr>
          <a:xfrm>
            <a:off x="172530" y="630354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0E1ABA-1477-4C7D-BD41-3BA38549E0E0}" type="datetimeFigureOut">
              <a:rPr lang="en-GB" smtClean="0"/>
              <a:t>31/10/2025</a:t>
            </a:fld>
            <a:endParaRPr lang="en-GB"/>
          </a:p>
        </p:txBody>
      </p:sp>
      <p:sp>
        <p:nvSpPr>
          <p:cNvPr id="5" name="Footer Placeholder 4">
            <a:extLst>
              <a:ext uri="{FF2B5EF4-FFF2-40B4-BE49-F238E27FC236}">
                <a16:creationId xmlns:a16="http://schemas.microsoft.com/office/drawing/2014/main" id="{32E63E79-5271-4F38-9F75-D999118938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AB32E47-C3A8-4AE6-8601-61ECF33ACE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192ED1-E93C-4A78-9426-656DE666956A}" type="slidenum">
              <a:rPr lang="en-GB" smtClean="0"/>
              <a:t>‹#›</a:t>
            </a:fld>
            <a:endParaRPr lang="en-GB" dirty="0"/>
          </a:p>
        </p:txBody>
      </p:sp>
      <p:pic>
        <p:nvPicPr>
          <p:cNvPr id="10" name="Picture 9" descr="Shape&#10;&#10;Description automatically generated with medium confidence">
            <a:extLst>
              <a:ext uri="{FF2B5EF4-FFF2-40B4-BE49-F238E27FC236}">
                <a16:creationId xmlns:a16="http://schemas.microsoft.com/office/drawing/2014/main" id="{1FDB8E6D-C699-4E20-8800-63CE26808E34}"/>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10292862" y="136526"/>
            <a:ext cx="1726608" cy="422060"/>
          </a:xfrm>
          <a:prstGeom prst="rect">
            <a:avLst/>
          </a:prstGeom>
        </p:spPr>
      </p:pic>
      <p:sp>
        <p:nvSpPr>
          <p:cNvPr id="11" name="Rectangle 10">
            <a:extLst>
              <a:ext uri="{FF2B5EF4-FFF2-40B4-BE49-F238E27FC236}">
                <a16:creationId xmlns:a16="http://schemas.microsoft.com/office/drawing/2014/main" id="{18132345-8DCB-4D66-87CB-49544229A661}"/>
              </a:ext>
            </a:extLst>
          </p:cNvPr>
          <p:cNvSpPr/>
          <p:nvPr/>
        </p:nvSpPr>
        <p:spPr>
          <a:xfrm>
            <a:off x="8487847" y="6702836"/>
            <a:ext cx="3636021" cy="144000"/>
          </a:xfrm>
          <a:prstGeom prst="rect">
            <a:avLst/>
          </a:prstGeom>
          <a:solidFill>
            <a:srgbClr val="0048E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070C0AE9-FCF3-42A2-854C-0FCE3A94321B}"/>
              </a:ext>
            </a:extLst>
          </p:cNvPr>
          <p:cNvSpPr/>
          <p:nvPr/>
        </p:nvSpPr>
        <p:spPr>
          <a:xfrm>
            <a:off x="44244" y="6702836"/>
            <a:ext cx="8362755" cy="144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11478440"/>
      </p:ext>
    </p:extLst>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 id="2147483993" r:id="rId15"/>
    <p:sldLayoutId id="214748399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E3CB6E-5CAE-824B-9646-02EDABECDF28}"/>
              </a:ext>
            </a:extLst>
          </p:cNvPr>
          <p:cNvSpPr/>
          <p:nvPr/>
        </p:nvSpPr>
        <p:spPr>
          <a:xfrm>
            <a:off x="0" y="-298466"/>
            <a:ext cx="12192000" cy="7156466"/>
          </a:xfrm>
          <a:prstGeom prst="rect">
            <a:avLst/>
          </a:prstGeom>
          <a:solidFill>
            <a:srgbClr val="00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 name="Picture 3" descr="Sphere of mesh and nodes">
            <a:extLst>
              <a:ext uri="{FF2B5EF4-FFF2-40B4-BE49-F238E27FC236}">
                <a16:creationId xmlns:a16="http://schemas.microsoft.com/office/drawing/2014/main" id="{45BCF38C-B5FF-4116-B9A0-C2D943A00B07}"/>
              </a:ext>
            </a:extLst>
          </p:cNvPr>
          <p:cNvPicPr>
            <a:picLocks noChangeAspect="1"/>
          </p:cNvPicPr>
          <p:nvPr/>
        </p:nvPicPr>
        <p:blipFill rotWithShape="1">
          <a:blip r:embed="rId2"/>
          <a:srcRect t="16951" r="2" b="39092"/>
          <a:stretch/>
        </p:blipFill>
        <p:spPr>
          <a:xfrm>
            <a:off x="679915" y="1820159"/>
            <a:ext cx="10591800" cy="3491895"/>
          </a:xfrm>
          <a:prstGeom prst="rect">
            <a:avLst/>
          </a:prstGeom>
        </p:spPr>
      </p:pic>
      <p:pic>
        <p:nvPicPr>
          <p:cNvPr id="7" name="Picture 6">
            <a:extLst>
              <a:ext uri="{FF2B5EF4-FFF2-40B4-BE49-F238E27FC236}">
                <a16:creationId xmlns:a16="http://schemas.microsoft.com/office/drawing/2014/main" id="{D8708892-BEE3-BD49-AA29-50E91C7AB9E6}"/>
              </a:ext>
            </a:extLst>
          </p:cNvPr>
          <p:cNvPicPr>
            <a:picLocks noChangeAspect="1"/>
          </p:cNvPicPr>
          <p:nvPr/>
        </p:nvPicPr>
        <p:blipFill>
          <a:blip r:embed="rId3"/>
          <a:stretch>
            <a:fillRect/>
          </a:stretch>
        </p:blipFill>
        <p:spPr>
          <a:xfrm>
            <a:off x="10532533" y="163746"/>
            <a:ext cx="1411275" cy="342463"/>
          </a:xfrm>
          <a:prstGeom prst="rect">
            <a:avLst/>
          </a:prstGeom>
        </p:spPr>
      </p:pic>
      <p:sp>
        <p:nvSpPr>
          <p:cNvPr id="16" name="Title 1">
            <a:extLst>
              <a:ext uri="{FF2B5EF4-FFF2-40B4-BE49-F238E27FC236}">
                <a16:creationId xmlns:a16="http://schemas.microsoft.com/office/drawing/2014/main" id="{DFA8FFF6-E22D-CF47-87CA-37DDBC965161}"/>
              </a:ext>
            </a:extLst>
          </p:cNvPr>
          <p:cNvSpPr txBox="1">
            <a:spLocks/>
          </p:cNvSpPr>
          <p:nvPr/>
        </p:nvSpPr>
        <p:spPr>
          <a:xfrm>
            <a:off x="2673481" y="-202506"/>
            <a:ext cx="6604668" cy="157999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solidFill>
                  <a:schemeClr val="bg1"/>
                </a:solidFill>
                <a:latin typeface="Century Gothic" panose="020B0502020202020204" pitchFamily="34" charset="0"/>
              </a:rPr>
              <a:t>AI Teaching Assistant</a:t>
            </a:r>
          </a:p>
          <a:p>
            <a:endParaRPr lang="en-US" sz="2133" b="1" i="1" dirty="0">
              <a:solidFill>
                <a:schemeClr val="bg1"/>
              </a:solidFill>
              <a:latin typeface="Century Gothic" panose="020B0502020202020204" pitchFamily="34" charset="0"/>
            </a:endParaRPr>
          </a:p>
        </p:txBody>
      </p:sp>
      <p:sp>
        <p:nvSpPr>
          <p:cNvPr id="3" name="Title 1">
            <a:extLst>
              <a:ext uri="{FF2B5EF4-FFF2-40B4-BE49-F238E27FC236}">
                <a16:creationId xmlns:a16="http://schemas.microsoft.com/office/drawing/2014/main" id="{E031C8B5-DC67-546C-0089-9D27934BEE79}"/>
              </a:ext>
            </a:extLst>
          </p:cNvPr>
          <p:cNvSpPr txBox="1">
            <a:spLocks/>
          </p:cNvSpPr>
          <p:nvPr/>
        </p:nvSpPr>
        <p:spPr>
          <a:xfrm>
            <a:off x="2456426" y="0"/>
            <a:ext cx="7736150" cy="217427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chemeClr val="bg1"/>
                </a:solidFill>
                <a:latin typeface="Century Gothic" panose="020B0502020202020204" pitchFamily="34" charset="0"/>
              </a:rPr>
              <a:t>Building an AI Teaching Assistant from scratch – right from first principles</a:t>
            </a:r>
          </a:p>
          <a:p>
            <a:endParaRPr lang="en-US" sz="2000" i="1" dirty="0">
              <a:solidFill>
                <a:schemeClr val="bg1"/>
              </a:solidFill>
              <a:latin typeface="Century Gothic" panose="020B0502020202020204" pitchFamily="34" charset="0"/>
            </a:endParaRPr>
          </a:p>
        </p:txBody>
      </p:sp>
      <p:sp>
        <p:nvSpPr>
          <p:cNvPr id="8" name="Title 1">
            <a:extLst>
              <a:ext uri="{FF2B5EF4-FFF2-40B4-BE49-F238E27FC236}">
                <a16:creationId xmlns:a16="http://schemas.microsoft.com/office/drawing/2014/main" id="{5DFB5CC2-6D52-CC73-F935-1A7AE71D5F9B}"/>
              </a:ext>
            </a:extLst>
          </p:cNvPr>
          <p:cNvSpPr txBox="1">
            <a:spLocks/>
          </p:cNvSpPr>
          <p:nvPr/>
        </p:nvSpPr>
        <p:spPr>
          <a:xfrm>
            <a:off x="2107740" y="4683727"/>
            <a:ext cx="7736150" cy="132012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400" dirty="0">
                <a:solidFill>
                  <a:schemeClr val="bg1"/>
                </a:solidFill>
                <a:latin typeface="Century Gothic" panose="020B0502020202020204" pitchFamily="34" charset="0"/>
              </a:rPr>
              <a:t>Hari Krishna Malladi</a:t>
            </a:r>
          </a:p>
          <a:p>
            <a:r>
              <a:rPr lang="en-US" sz="1400" i="1" dirty="0">
                <a:solidFill>
                  <a:schemeClr val="bg1"/>
                </a:solidFill>
                <a:latin typeface="Century Gothic" panose="020B0502020202020204" pitchFamily="34" charset="0"/>
              </a:rPr>
              <a:t>Solutions architect, </a:t>
            </a:r>
            <a:r>
              <a:rPr lang="en-US" sz="1400" i="1" dirty="0" err="1">
                <a:solidFill>
                  <a:schemeClr val="bg1"/>
                </a:solidFill>
                <a:latin typeface="Century Gothic" panose="020B0502020202020204" pitchFamily="34" charset="0"/>
              </a:rPr>
              <a:t>Cognida.ai</a:t>
            </a:r>
            <a:endParaRPr lang="en-US" sz="1400" i="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28807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2E901-EB0A-CA48-A14C-B048834CC511}"/>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From Zero to Production</a:t>
            </a:r>
          </a:p>
        </p:txBody>
      </p:sp>
      <p:sp>
        <p:nvSpPr>
          <p:cNvPr id="5" name="Content Placeholder 2">
            <a:extLst>
              <a:ext uri="{FF2B5EF4-FFF2-40B4-BE49-F238E27FC236}">
                <a16:creationId xmlns:a16="http://schemas.microsoft.com/office/drawing/2014/main" id="{159DB4E9-8997-EC12-FEDB-4CE60709182C}"/>
              </a:ext>
            </a:extLst>
          </p:cNvPr>
          <p:cNvSpPr txBox="1">
            <a:spLocks/>
          </p:cNvSpPr>
          <p:nvPr/>
        </p:nvSpPr>
        <p:spPr>
          <a:xfrm>
            <a:off x="216000" y="1068872"/>
            <a:ext cx="11588073" cy="4002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60000"/>
              </a:lnSpc>
              <a:spcBef>
                <a:spcPts val="1100"/>
              </a:spcBef>
              <a:spcAft>
                <a:spcPts val="0"/>
              </a:spcAft>
              <a:buClrTx/>
              <a:buSzTx/>
              <a:buFont typeface="Arial" panose="020B0604020202020204" pitchFamily="34" charset="0"/>
              <a:buChar char="•"/>
              <a:tabLst/>
              <a:defRPr/>
            </a:pPr>
            <a:r>
              <a:rPr lang="en-US" sz="2200" dirty="0">
                <a:solidFill>
                  <a:prstClr val="black">
                    <a:lumMod val="50000"/>
                    <a:lumOff val="50000"/>
                  </a:prstClr>
                </a:solidFill>
                <a:latin typeface="Roboto" panose="02000000000000000000" pitchFamily="2" charset="0"/>
                <a:ea typeface="Roboto" panose="02000000000000000000" pitchFamily="2" charset="0"/>
              </a:rPr>
              <a:t>We will build an agentic AI Teaching Assistant that can:</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Chat with students on any topic</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Explain complex concepts clearly</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Generate quizzes and assignments</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Assesses student answers</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Help with programming</a:t>
            </a:r>
          </a:p>
          <a:p>
            <a:pPr lvl="1">
              <a:lnSpc>
                <a:spcPct val="160000"/>
              </a:lnSpc>
              <a:spcBef>
                <a:spcPts val="1100"/>
              </a:spcBef>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1753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36E04-C36B-A74D-6F2F-3001E6AF4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7C47F5-6B99-7F05-0C7E-78B440809713}"/>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Why an AI TA</a:t>
            </a:r>
          </a:p>
        </p:txBody>
      </p:sp>
      <p:sp>
        <p:nvSpPr>
          <p:cNvPr id="5" name="Content Placeholder 2">
            <a:extLst>
              <a:ext uri="{FF2B5EF4-FFF2-40B4-BE49-F238E27FC236}">
                <a16:creationId xmlns:a16="http://schemas.microsoft.com/office/drawing/2014/main" id="{09246C88-2092-6F21-2C8F-ED226BF0BC28}"/>
              </a:ext>
            </a:extLst>
          </p:cNvPr>
          <p:cNvSpPr txBox="1">
            <a:spLocks/>
          </p:cNvSpPr>
          <p:nvPr/>
        </p:nvSpPr>
        <p:spPr>
          <a:xfrm>
            <a:off x="216000" y="1068872"/>
            <a:ext cx="11588073" cy="4002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Personalized attention</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Availability</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Scalability</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Consistency</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Data-driven</a:t>
            </a:r>
          </a:p>
        </p:txBody>
      </p:sp>
    </p:spTree>
    <p:extLst>
      <p:ext uri="{BB962C8B-B14F-4D97-AF65-F5344CB8AC3E}">
        <p14:creationId xmlns:p14="http://schemas.microsoft.com/office/powerpoint/2010/main" val="1427895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7562C-AAD8-57D8-89A8-4070C4E8A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91B2A-8145-2B38-819A-82EDDDD296E7}"/>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Evolution of this session</a:t>
            </a:r>
          </a:p>
        </p:txBody>
      </p:sp>
      <p:sp>
        <p:nvSpPr>
          <p:cNvPr id="5" name="Content Placeholder 2">
            <a:extLst>
              <a:ext uri="{FF2B5EF4-FFF2-40B4-BE49-F238E27FC236}">
                <a16:creationId xmlns:a16="http://schemas.microsoft.com/office/drawing/2014/main" id="{C6E2AAE9-6002-8DBC-A6E3-84CB81D5AD0B}"/>
              </a:ext>
            </a:extLst>
          </p:cNvPr>
          <p:cNvSpPr txBox="1">
            <a:spLocks/>
          </p:cNvSpPr>
          <p:nvPr/>
        </p:nvSpPr>
        <p:spPr>
          <a:xfrm>
            <a:off x="216000" y="1068872"/>
            <a:ext cx="11588073" cy="4002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Single prompt to an LLM</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Prompt + a conversation history</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Add a single tool call</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Add multiple tools with the decision making to invoke them</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Single agent system</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Multiple agents with an orchestrator agent</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Package it all with a UI</a:t>
            </a:r>
          </a:p>
        </p:txBody>
      </p:sp>
    </p:spTree>
    <p:extLst>
      <p:ext uri="{BB962C8B-B14F-4D97-AF65-F5344CB8AC3E}">
        <p14:creationId xmlns:p14="http://schemas.microsoft.com/office/powerpoint/2010/main" val="77720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BE4CB-FFC2-E3A7-D43E-1D0EF222F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37D44-0DED-778B-F240-5C0EE2840B51}"/>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Tech stack</a:t>
            </a:r>
          </a:p>
        </p:txBody>
      </p:sp>
      <p:sp>
        <p:nvSpPr>
          <p:cNvPr id="5" name="Content Placeholder 2">
            <a:extLst>
              <a:ext uri="{FF2B5EF4-FFF2-40B4-BE49-F238E27FC236}">
                <a16:creationId xmlns:a16="http://schemas.microsoft.com/office/drawing/2014/main" id="{57463FF3-7F68-7B06-F594-C971A45A41B4}"/>
              </a:ext>
            </a:extLst>
          </p:cNvPr>
          <p:cNvSpPr txBox="1">
            <a:spLocks/>
          </p:cNvSpPr>
          <p:nvPr/>
        </p:nvSpPr>
        <p:spPr>
          <a:xfrm>
            <a:off x="216000" y="1068872"/>
            <a:ext cx="11588073" cy="4002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Backend:</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Python</a:t>
            </a:r>
          </a:p>
          <a:p>
            <a:pPr lvl="2">
              <a:lnSpc>
                <a:spcPct val="160000"/>
              </a:lnSpc>
              <a:spcBef>
                <a:spcPts val="1100"/>
              </a:spcBef>
              <a:defRPr/>
            </a:pPr>
            <a:r>
              <a:rPr lang="en-US" sz="1400" dirty="0" err="1">
                <a:solidFill>
                  <a:prstClr val="black">
                    <a:lumMod val="50000"/>
                    <a:lumOff val="50000"/>
                  </a:prstClr>
                </a:solidFill>
                <a:latin typeface="Roboto" panose="02000000000000000000" pitchFamily="2" charset="0"/>
                <a:ea typeface="Roboto" panose="02000000000000000000" pitchFamily="2" charset="0"/>
              </a:rPr>
              <a:t>FastAPI</a:t>
            </a:r>
            <a:r>
              <a:rPr lang="en-US" sz="1400" dirty="0">
                <a:solidFill>
                  <a:prstClr val="black">
                    <a:lumMod val="50000"/>
                    <a:lumOff val="50000"/>
                  </a:prstClr>
                </a:solidFill>
                <a:latin typeface="Roboto" panose="02000000000000000000" pitchFamily="2" charset="0"/>
                <a:ea typeface="Roboto" panose="02000000000000000000" pitchFamily="2" charset="0"/>
              </a:rPr>
              <a:t> for API server</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Azure OpenAI for LLMs</a:t>
            </a: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Frontend</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React + TypeScript</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Tailwind CSS</a:t>
            </a:r>
          </a:p>
        </p:txBody>
      </p:sp>
    </p:spTree>
    <p:extLst>
      <p:ext uri="{BB962C8B-B14F-4D97-AF65-F5344CB8AC3E}">
        <p14:creationId xmlns:p14="http://schemas.microsoft.com/office/powerpoint/2010/main" val="2883677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35724-DBFA-A308-27A3-00C57B36F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936A9-70E0-F991-EF85-E95ED8721B2B}"/>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1 – Basic Prompt</a:t>
            </a:r>
          </a:p>
        </p:txBody>
      </p:sp>
      <p:sp>
        <p:nvSpPr>
          <p:cNvPr id="3" name="Content Placeholder 2">
            <a:extLst>
              <a:ext uri="{FF2B5EF4-FFF2-40B4-BE49-F238E27FC236}">
                <a16:creationId xmlns:a16="http://schemas.microsoft.com/office/drawing/2014/main" id="{718A4223-39EE-D815-EFA1-780FB1485D35}"/>
              </a:ext>
            </a:extLst>
          </p:cNvPr>
          <p:cNvSpPr txBox="1">
            <a:spLocks/>
          </p:cNvSpPr>
          <p:nvPr/>
        </p:nvSpPr>
        <p:spPr>
          <a:xfrm>
            <a:off x="216000" y="1068872"/>
            <a:ext cx="11588073" cy="4002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Three basic steps:</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Create client</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Create messages array</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Call API and get response</a:t>
            </a: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graphicFrame>
        <p:nvGraphicFramePr>
          <p:cNvPr id="6" name="Table 5">
            <a:extLst>
              <a:ext uri="{FF2B5EF4-FFF2-40B4-BE49-F238E27FC236}">
                <a16:creationId xmlns:a16="http://schemas.microsoft.com/office/drawing/2014/main" id="{6C176100-F81C-5AAF-426F-C5693A7953D5}"/>
              </a:ext>
            </a:extLst>
          </p:cNvPr>
          <p:cNvGraphicFramePr>
            <a:graphicFrameLocks noGrp="1"/>
          </p:cNvGraphicFramePr>
          <p:nvPr>
            <p:extLst>
              <p:ext uri="{D42A27DB-BD31-4B8C-83A1-F6EECF244321}">
                <p14:modId xmlns:p14="http://schemas.microsoft.com/office/powerpoint/2010/main" val="3527749714"/>
              </p:ext>
            </p:extLst>
          </p:nvPr>
        </p:nvGraphicFramePr>
        <p:xfrm>
          <a:off x="1252556" y="3286606"/>
          <a:ext cx="9514959" cy="3135460"/>
        </p:xfrm>
        <a:graphic>
          <a:graphicData uri="http://schemas.openxmlformats.org/drawingml/2006/table">
            <a:tbl>
              <a:tblPr firstRow="1" bandRow="1">
                <a:tableStyleId>{5C22544A-7EE6-4342-B048-85BDC9FD1C3A}</a:tableStyleId>
              </a:tblPr>
              <a:tblGrid>
                <a:gridCol w="3171653">
                  <a:extLst>
                    <a:ext uri="{9D8B030D-6E8A-4147-A177-3AD203B41FA5}">
                      <a16:colId xmlns:a16="http://schemas.microsoft.com/office/drawing/2014/main" val="685781736"/>
                    </a:ext>
                  </a:extLst>
                </a:gridCol>
                <a:gridCol w="3171653">
                  <a:extLst>
                    <a:ext uri="{9D8B030D-6E8A-4147-A177-3AD203B41FA5}">
                      <a16:colId xmlns:a16="http://schemas.microsoft.com/office/drawing/2014/main" val="1084437430"/>
                    </a:ext>
                  </a:extLst>
                </a:gridCol>
                <a:gridCol w="3171653">
                  <a:extLst>
                    <a:ext uri="{9D8B030D-6E8A-4147-A177-3AD203B41FA5}">
                      <a16:colId xmlns:a16="http://schemas.microsoft.com/office/drawing/2014/main" val="1748318642"/>
                    </a:ext>
                  </a:extLst>
                </a:gridCol>
              </a:tblGrid>
              <a:tr h="627092">
                <a:tc>
                  <a:txBody>
                    <a:bodyPr/>
                    <a:lstStyle/>
                    <a:p>
                      <a:r>
                        <a:rPr lang="en-US" dirty="0"/>
                        <a:t>Parameter</a:t>
                      </a:r>
                    </a:p>
                  </a:txBody>
                  <a:tcPr/>
                </a:tc>
                <a:tc>
                  <a:txBody>
                    <a:bodyPr/>
                    <a:lstStyle/>
                    <a:p>
                      <a:r>
                        <a:rPr lang="en-US" dirty="0"/>
                        <a:t>Purpose</a:t>
                      </a:r>
                    </a:p>
                  </a:txBody>
                  <a:tcPr/>
                </a:tc>
                <a:tc>
                  <a:txBody>
                    <a:bodyPr/>
                    <a:lstStyle/>
                    <a:p>
                      <a:r>
                        <a:rPr lang="en-US" dirty="0"/>
                        <a:t>Example</a:t>
                      </a:r>
                    </a:p>
                  </a:txBody>
                  <a:tcPr/>
                </a:tc>
                <a:extLst>
                  <a:ext uri="{0D108BD9-81ED-4DB2-BD59-A6C34878D82A}">
                    <a16:rowId xmlns:a16="http://schemas.microsoft.com/office/drawing/2014/main" val="2688451789"/>
                  </a:ext>
                </a:extLst>
              </a:tr>
              <a:tr h="627092">
                <a:tc>
                  <a:txBody>
                    <a:bodyPr/>
                    <a:lstStyle/>
                    <a:p>
                      <a:r>
                        <a:rPr lang="en-US" dirty="0"/>
                        <a:t>Model</a:t>
                      </a:r>
                    </a:p>
                  </a:txBody>
                  <a:tcPr/>
                </a:tc>
                <a:tc>
                  <a:txBody>
                    <a:bodyPr/>
                    <a:lstStyle/>
                    <a:p>
                      <a:r>
                        <a:rPr lang="en-US" dirty="0"/>
                        <a:t>Which model?</a:t>
                      </a:r>
                    </a:p>
                  </a:txBody>
                  <a:tcPr/>
                </a:tc>
                <a:tc>
                  <a:txBody>
                    <a:bodyPr/>
                    <a:lstStyle/>
                    <a:p>
                      <a:r>
                        <a:rPr lang="en-US" dirty="0"/>
                        <a:t>gpt-4.1</a:t>
                      </a:r>
                    </a:p>
                  </a:txBody>
                  <a:tcPr/>
                </a:tc>
                <a:extLst>
                  <a:ext uri="{0D108BD9-81ED-4DB2-BD59-A6C34878D82A}">
                    <a16:rowId xmlns:a16="http://schemas.microsoft.com/office/drawing/2014/main" val="3677190919"/>
                  </a:ext>
                </a:extLst>
              </a:tr>
              <a:tr h="627092">
                <a:tc>
                  <a:txBody>
                    <a:bodyPr/>
                    <a:lstStyle/>
                    <a:p>
                      <a:r>
                        <a:rPr lang="en-US" dirty="0"/>
                        <a:t>Messages</a:t>
                      </a:r>
                    </a:p>
                  </a:txBody>
                  <a:tcPr/>
                </a:tc>
                <a:tc>
                  <a:txBody>
                    <a:bodyPr/>
                    <a:lstStyle/>
                    <a:p>
                      <a:r>
                        <a:rPr lang="en-US" dirty="0"/>
                        <a:t>Conversation history</a:t>
                      </a:r>
                    </a:p>
                  </a:txBody>
                  <a:tcPr/>
                </a:tc>
                <a:tc>
                  <a:txBody>
                    <a:bodyPr/>
                    <a:lstStyle/>
                    <a:p>
                      <a:r>
                        <a:rPr lang="en-US" dirty="0"/>
                        <a:t>List of messages</a:t>
                      </a:r>
                    </a:p>
                  </a:txBody>
                  <a:tcPr/>
                </a:tc>
                <a:extLst>
                  <a:ext uri="{0D108BD9-81ED-4DB2-BD59-A6C34878D82A}">
                    <a16:rowId xmlns:a16="http://schemas.microsoft.com/office/drawing/2014/main" val="1303467551"/>
                  </a:ext>
                </a:extLst>
              </a:tr>
              <a:tr h="627092">
                <a:tc>
                  <a:txBody>
                    <a:bodyPr/>
                    <a:lstStyle/>
                    <a:p>
                      <a:r>
                        <a:rPr lang="en-US" dirty="0"/>
                        <a:t>Temperature</a:t>
                      </a:r>
                    </a:p>
                  </a:txBody>
                  <a:tcPr/>
                </a:tc>
                <a:tc>
                  <a:txBody>
                    <a:bodyPr/>
                    <a:lstStyle/>
                    <a:p>
                      <a:r>
                        <a:rPr lang="en-US" dirty="0"/>
                        <a:t>Creativity</a:t>
                      </a:r>
                    </a:p>
                  </a:txBody>
                  <a:tcPr/>
                </a:tc>
                <a:tc>
                  <a:txBody>
                    <a:bodyPr/>
                    <a:lstStyle/>
                    <a:p>
                      <a:r>
                        <a:rPr lang="en-US" dirty="0"/>
                        <a:t>0 to 1 (least to most)</a:t>
                      </a:r>
                    </a:p>
                  </a:txBody>
                  <a:tcPr/>
                </a:tc>
                <a:extLst>
                  <a:ext uri="{0D108BD9-81ED-4DB2-BD59-A6C34878D82A}">
                    <a16:rowId xmlns:a16="http://schemas.microsoft.com/office/drawing/2014/main" val="4009706495"/>
                  </a:ext>
                </a:extLst>
              </a:tr>
              <a:tr h="627092">
                <a:tc>
                  <a:txBody>
                    <a:bodyPr/>
                    <a:lstStyle/>
                    <a:p>
                      <a:r>
                        <a:rPr lang="en-US" dirty="0" err="1"/>
                        <a:t>Max_tokens</a:t>
                      </a:r>
                      <a:endParaRPr lang="en-US" dirty="0"/>
                    </a:p>
                  </a:txBody>
                  <a:tcPr/>
                </a:tc>
                <a:tc>
                  <a:txBody>
                    <a:bodyPr/>
                    <a:lstStyle/>
                    <a:p>
                      <a:r>
                        <a:rPr lang="en-US" dirty="0"/>
                        <a:t>Response length</a:t>
                      </a:r>
                    </a:p>
                  </a:txBody>
                  <a:tcPr/>
                </a:tc>
                <a:tc>
                  <a:txBody>
                    <a:bodyPr/>
                    <a:lstStyle/>
                    <a:p>
                      <a:r>
                        <a:rPr lang="en-US" dirty="0"/>
                        <a:t>500, 1000, 2000</a:t>
                      </a:r>
                    </a:p>
                  </a:txBody>
                  <a:tcPr/>
                </a:tc>
                <a:extLst>
                  <a:ext uri="{0D108BD9-81ED-4DB2-BD59-A6C34878D82A}">
                    <a16:rowId xmlns:a16="http://schemas.microsoft.com/office/drawing/2014/main" val="1327142631"/>
                  </a:ext>
                </a:extLst>
              </a:tr>
            </a:tbl>
          </a:graphicData>
        </a:graphic>
      </p:graphicFrame>
    </p:spTree>
    <p:extLst>
      <p:ext uri="{BB962C8B-B14F-4D97-AF65-F5344CB8AC3E}">
        <p14:creationId xmlns:p14="http://schemas.microsoft.com/office/powerpoint/2010/main" val="84262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AD314-41FB-2D79-CD2B-BEF64ADA2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5BB0E-DCFB-250F-37D6-C6D7F8B8691B}"/>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2 – Conversation History</a:t>
            </a:r>
          </a:p>
        </p:txBody>
      </p:sp>
      <p:sp>
        <p:nvSpPr>
          <p:cNvPr id="3" name="Content Placeholder 2">
            <a:extLst>
              <a:ext uri="{FF2B5EF4-FFF2-40B4-BE49-F238E27FC236}">
                <a16:creationId xmlns:a16="http://schemas.microsoft.com/office/drawing/2014/main" id="{AC1CADED-2B7D-04B6-D49C-564AD8B1F26A}"/>
              </a:ext>
            </a:extLst>
          </p:cNvPr>
          <p:cNvSpPr txBox="1">
            <a:spLocks/>
          </p:cNvSpPr>
          <p:nvPr/>
        </p:nvSpPr>
        <p:spPr>
          <a:xfrm>
            <a:off x="216000" y="1068872"/>
            <a:ext cx="11588073" cy="4002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Three basic concepts:</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Message list: The entire conversation history</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Context: The story so far</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Roles: system/user/assistant</a:t>
            </a: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pic>
        <p:nvPicPr>
          <p:cNvPr id="5" name="Picture 4" descr="A black screen with text&#10;&#10;AI-generated content may be incorrect.">
            <a:extLst>
              <a:ext uri="{FF2B5EF4-FFF2-40B4-BE49-F238E27FC236}">
                <a16:creationId xmlns:a16="http://schemas.microsoft.com/office/drawing/2014/main" id="{3A36360A-0F9A-EAA4-8423-010696190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2436" y="3429000"/>
            <a:ext cx="7315200" cy="1892300"/>
          </a:xfrm>
          <a:prstGeom prst="rect">
            <a:avLst/>
          </a:prstGeom>
        </p:spPr>
      </p:pic>
    </p:spTree>
    <p:extLst>
      <p:ext uri="{BB962C8B-B14F-4D97-AF65-F5344CB8AC3E}">
        <p14:creationId xmlns:p14="http://schemas.microsoft.com/office/powerpoint/2010/main" val="1446867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F80DF-51D0-2E25-2270-C02553EF5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9837F-027E-0F84-DD91-57D7911FD6DB}"/>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3 – Streaming</a:t>
            </a:r>
          </a:p>
        </p:txBody>
      </p:sp>
      <p:sp>
        <p:nvSpPr>
          <p:cNvPr id="3" name="Content Placeholder 2">
            <a:extLst>
              <a:ext uri="{FF2B5EF4-FFF2-40B4-BE49-F238E27FC236}">
                <a16:creationId xmlns:a16="http://schemas.microsoft.com/office/drawing/2014/main" id="{6B9733C7-AF97-6F56-83E4-EA4FBACB53E0}"/>
              </a:ext>
            </a:extLst>
          </p:cNvPr>
          <p:cNvSpPr txBox="1">
            <a:spLocks/>
          </p:cNvSpPr>
          <p:nvPr/>
        </p:nvSpPr>
        <p:spPr>
          <a:xfrm>
            <a:off x="216000" y="1068872"/>
            <a:ext cx="11588073" cy="40028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Time to first token (TTFT) : The time elapsed between the end of the user typing and the first token output from the model.</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Considerations while streaming:</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Send the stream out as it arrives – can sometimes be jittery</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Cache a window and stream the window once full – TTFT higher</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Cache entire message before responding – No stream</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When should you use what?</a:t>
            </a: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378358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14E8D-B7EC-3B23-94D3-6E16E1B9A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873D0-29D2-65F9-B58F-C1E55F621816}"/>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4 – Tool Calls</a:t>
            </a:r>
          </a:p>
        </p:txBody>
      </p:sp>
      <p:sp>
        <p:nvSpPr>
          <p:cNvPr id="3" name="Content Placeholder 2">
            <a:extLst>
              <a:ext uri="{FF2B5EF4-FFF2-40B4-BE49-F238E27FC236}">
                <a16:creationId xmlns:a16="http://schemas.microsoft.com/office/drawing/2014/main" id="{F885AF04-11D2-8089-0A1F-24E0A816EE16}"/>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LLM might not have full knowledge of everything</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Invoke a tool for answering specific questions or doing specific tasks</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AI decides which tool to invoke</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Three considerations for tools:</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Tool description – better description, better chances of accurate match</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Tool properties – describe properties better for better matches</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Mandatory properties – Fill them before tool invocation</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What to do when you’ve multiple narrowly spaced tools? </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Reserve booking, confirm booking, book appointment</a:t>
            </a: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165616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CC215-75A5-563D-FDCD-B7B3D3B24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CC903-60D5-E275-B659-F775EBFDB759}"/>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4 –Tool Calls</a:t>
            </a:r>
          </a:p>
        </p:txBody>
      </p:sp>
      <p:pic>
        <p:nvPicPr>
          <p:cNvPr id="5126" name="Picture 6" descr="Stylized Flowchart: AI Tool Response Workflow">
            <a:extLst>
              <a:ext uri="{FF2B5EF4-FFF2-40B4-BE49-F238E27FC236}">
                <a16:creationId xmlns:a16="http://schemas.microsoft.com/office/drawing/2014/main" id="{6F1D2BD7-0923-5DA9-3D45-5FF89A989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193" y="936000"/>
            <a:ext cx="8558999" cy="570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4252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55ACE-EA4A-090E-F4ED-953792762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1C8BE-6417-D3F1-A8DA-747787A51A0C}"/>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5 – Multiple Tool Calls</a:t>
            </a:r>
          </a:p>
        </p:txBody>
      </p:sp>
      <p:sp>
        <p:nvSpPr>
          <p:cNvPr id="3" name="Content Placeholder 2">
            <a:extLst>
              <a:ext uri="{FF2B5EF4-FFF2-40B4-BE49-F238E27FC236}">
                <a16:creationId xmlns:a16="http://schemas.microsoft.com/office/drawing/2014/main" id="{2EE7E5B3-D02E-CDE7-6A74-F75A749506B4}"/>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AI decides which tool to invoke</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Tools demonstrated:</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Generate quiz</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Explain concept</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Assess answer</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What to do when you’ve multiple narrowly spaced tools? </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Reserve booking, confirm booking, book appointment</a:t>
            </a: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98173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16EA9-1D9D-F534-549B-987E86039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E145D-962E-E764-83BA-2F97E39B28DF}"/>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5 – Multiple Tool Calls</a:t>
            </a:r>
          </a:p>
        </p:txBody>
      </p:sp>
      <p:sp>
        <p:nvSpPr>
          <p:cNvPr id="3" name="Content Placeholder 2">
            <a:extLst>
              <a:ext uri="{FF2B5EF4-FFF2-40B4-BE49-F238E27FC236}">
                <a16:creationId xmlns:a16="http://schemas.microsoft.com/office/drawing/2014/main" id="{4A80B06B-AEA4-D4AC-4B8F-819E207D9D52}"/>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AI decides which tool to invoke</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Tools demonstrated:</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Generate quiz</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Explain concept</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Assess answer</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What to do when you’ve multiple narrowly spaced tools? </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Reserve booking, confirm booking, book appointment</a:t>
            </a: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44972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0B079-960F-3404-8DAC-3254C020D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45876-D415-58BC-3E7F-39930C630700}"/>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6 –Agents</a:t>
            </a:r>
          </a:p>
        </p:txBody>
      </p:sp>
      <p:sp>
        <p:nvSpPr>
          <p:cNvPr id="3" name="Content Placeholder 2">
            <a:extLst>
              <a:ext uri="{FF2B5EF4-FFF2-40B4-BE49-F238E27FC236}">
                <a16:creationId xmlns:a16="http://schemas.microsoft.com/office/drawing/2014/main" id="{57609728-17A1-CA72-9138-7F7BE3B1B818}"/>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b="1"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graphicFrame>
        <p:nvGraphicFramePr>
          <p:cNvPr id="4" name="Table 3">
            <a:extLst>
              <a:ext uri="{FF2B5EF4-FFF2-40B4-BE49-F238E27FC236}">
                <a16:creationId xmlns:a16="http://schemas.microsoft.com/office/drawing/2014/main" id="{BEB2B639-4CE5-AB3B-8366-B968D5D4998B}"/>
              </a:ext>
            </a:extLst>
          </p:cNvPr>
          <p:cNvGraphicFramePr>
            <a:graphicFrameLocks noGrp="1"/>
          </p:cNvGraphicFramePr>
          <p:nvPr>
            <p:extLst>
              <p:ext uri="{D42A27DB-BD31-4B8C-83A1-F6EECF244321}">
                <p14:modId xmlns:p14="http://schemas.microsoft.com/office/powerpoint/2010/main" val="1822496064"/>
              </p:ext>
            </p:extLst>
          </p:nvPr>
        </p:nvGraphicFramePr>
        <p:xfrm>
          <a:off x="829340" y="937250"/>
          <a:ext cx="10504968" cy="5569879"/>
        </p:xfrm>
        <a:graphic>
          <a:graphicData uri="http://schemas.openxmlformats.org/drawingml/2006/table">
            <a:tbl>
              <a:tblPr firstRow="1" bandRow="1">
                <a:tableStyleId>{5C22544A-7EE6-4342-B048-85BDC9FD1C3A}</a:tableStyleId>
              </a:tblPr>
              <a:tblGrid>
                <a:gridCol w="3501656">
                  <a:extLst>
                    <a:ext uri="{9D8B030D-6E8A-4147-A177-3AD203B41FA5}">
                      <a16:colId xmlns:a16="http://schemas.microsoft.com/office/drawing/2014/main" val="2837711149"/>
                    </a:ext>
                  </a:extLst>
                </a:gridCol>
                <a:gridCol w="3501656">
                  <a:extLst>
                    <a:ext uri="{9D8B030D-6E8A-4147-A177-3AD203B41FA5}">
                      <a16:colId xmlns:a16="http://schemas.microsoft.com/office/drawing/2014/main" val="541453307"/>
                    </a:ext>
                  </a:extLst>
                </a:gridCol>
                <a:gridCol w="3501656">
                  <a:extLst>
                    <a:ext uri="{9D8B030D-6E8A-4147-A177-3AD203B41FA5}">
                      <a16:colId xmlns:a16="http://schemas.microsoft.com/office/drawing/2014/main" val="1179794796"/>
                    </a:ext>
                  </a:extLst>
                </a:gridCol>
              </a:tblGrid>
              <a:tr h="795697">
                <a:tc>
                  <a:txBody>
                    <a:bodyPr/>
                    <a:lstStyle/>
                    <a:p>
                      <a:r>
                        <a:rPr lang="en-US" dirty="0"/>
                        <a:t>Feature</a:t>
                      </a:r>
                    </a:p>
                  </a:txBody>
                  <a:tcPr/>
                </a:tc>
                <a:tc>
                  <a:txBody>
                    <a:bodyPr/>
                    <a:lstStyle/>
                    <a:p>
                      <a:r>
                        <a:rPr lang="en-US" dirty="0"/>
                        <a:t>Agent</a:t>
                      </a:r>
                    </a:p>
                  </a:txBody>
                  <a:tcPr/>
                </a:tc>
                <a:tc>
                  <a:txBody>
                    <a:bodyPr/>
                    <a:lstStyle/>
                    <a:p>
                      <a:r>
                        <a:rPr lang="en-US" dirty="0"/>
                        <a:t>Prompt + LLM</a:t>
                      </a:r>
                    </a:p>
                  </a:txBody>
                  <a:tcPr/>
                </a:tc>
                <a:extLst>
                  <a:ext uri="{0D108BD9-81ED-4DB2-BD59-A6C34878D82A}">
                    <a16:rowId xmlns:a16="http://schemas.microsoft.com/office/drawing/2014/main" val="3951140342"/>
                  </a:ext>
                </a:extLst>
              </a:tr>
              <a:tr h="795697">
                <a:tc>
                  <a:txBody>
                    <a:bodyPr/>
                    <a:lstStyle/>
                    <a:p>
                      <a:r>
                        <a:rPr lang="en-US" dirty="0"/>
                        <a:t>Autonomy</a:t>
                      </a:r>
                    </a:p>
                  </a:txBody>
                  <a:tcPr/>
                </a:tc>
                <a:tc>
                  <a:txBody>
                    <a:bodyPr/>
                    <a:lstStyle/>
                    <a:p>
                      <a:r>
                        <a:rPr lang="en-US" dirty="0"/>
                        <a:t>Acts independently</a:t>
                      </a:r>
                    </a:p>
                  </a:txBody>
                  <a:tcPr/>
                </a:tc>
                <a:tc>
                  <a:txBody>
                    <a:bodyPr/>
                    <a:lstStyle/>
                    <a:p>
                      <a:r>
                        <a:rPr lang="en-US" dirty="0"/>
                        <a:t>Just responds to prompts</a:t>
                      </a:r>
                    </a:p>
                  </a:txBody>
                  <a:tcPr/>
                </a:tc>
                <a:extLst>
                  <a:ext uri="{0D108BD9-81ED-4DB2-BD59-A6C34878D82A}">
                    <a16:rowId xmlns:a16="http://schemas.microsoft.com/office/drawing/2014/main" val="99942998"/>
                  </a:ext>
                </a:extLst>
              </a:tr>
              <a:tr h="795697">
                <a:tc>
                  <a:txBody>
                    <a:bodyPr/>
                    <a:lstStyle/>
                    <a:p>
                      <a:r>
                        <a:rPr lang="en-US" dirty="0"/>
                        <a:t>Tool use</a:t>
                      </a:r>
                    </a:p>
                  </a:txBody>
                  <a:tcPr/>
                </a:tc>
                <a:tc>
                  <a:txBody>
                    <a:bodyPr/>
                    <a:lstStyle/>
                    <a:p>
                      <a:r>
                        <a:rPr lang="en-US" dirty="0"/>
                        <a:t>Can invoke tools, APIs</a:t>
                      </a:r>
                    </a:p>
                  </a:txBody>
                  <a:tcPr/>
                </a:tc>
                <a:tc>
                  <a:txBody>
                    <a:bodyPr/>
                    <a:lstStyle/>
                    <a:p>
                      <a:r>
                        <a:rPr lang="en-US" dirty="0"/>
                        <a:t>Just text output</a:t>
                      </a:r>
                    </a:p>
                  </a:txBody>
                  <a:tcPr/>
                </a:tc>
                <a:extLst>
                  <a:ext uri="{0D108BD9-81ED-4DB2-BD59-A6C34878D82A}">
                    <a16:rowId xmlns:a16="http://schemas.microsoft.com/office/drawing/2014/main" val="2644864610"/>
                  </a:ext>
                </a:extLst>
              </a:tr>
              <a:tr h="795697">
                <a:tc>
                  <a:txBody>
                    <a:bodyPr/>
                    <a:lstStyle/>
                    <a:p>
                      <a:r>
                        <a:rPr lang="en-US" dirty="0"/>
                        <a:t>Goal seeking</a:t>
                      </a:r>
                    </a:p>
                  </a:txBody>
                  <a:tcPr/>
                </a:tc>
                <a:tc>
                  <a:txBody>
                    <a:bodyPr/>
                    <a:lstStyle/>
                    <a:p>
                      <a:r>
                        <a:rPr lang="en-US" dirty="0"/>
                        <a:t>Pursue objective, plan multiple steps</a:t>
                      </a:r>
                    </a:p>
                  </a:txBody>
                  <a:tcPr/>
                </a:tc>
                <a:tc>
                  <a:txBody>
                    <a:bodyPr/>
                    <a:lstStyle/>
                    <a:p>
                      <a:r>
                        <a:rPr lang="en-US" dirty="0"/>
                        <a:t>One-shot</a:t>
                      </a:r>
                    </a:p>
                  </a:txBody>
                  <a:tcPr/>
                </a:tc>
                <a:extLst>
                  <a:ext uri="{0D108BD9-81ED-4DB2-BD59-A6C34878D82A}">
                    <a16:rowId xmlns:a16="http://schemas.microsoft.com/office/drawing/2014/main" val="2263492038"/>
                  </a:ext>
                </a:extLst>
              </a:tr>
              <a:tr h="795697">
                <a:tc>
                  <a:txBody>
                    <a:bodyPr/>
                    <a:lstStyle/>
                    <a:p>
                      <a:r>
                        <a:rPr lang="en-US" dirty="0"/>
                        <a:t>Memory + Feedback</a:t>
                      </a:r>
                    </a:p>
                  </a:txBody>
                  <a:tcPr/>
                </a:tc>
                <a:tc>
                  <a:txBody>
                    <a:bodyPr/>
                    <a:lstStyle/>
                    <a:p>
                      <a:r>
                        <a:rPr lang="en-US" dirty="0"/>
                        <a:t>State management, memory, history</a:t>
                      </a:r>
                    </a:p>
                  </a:txBody>
                  <a:tcPr/>
                </a:tc>
                <a:tc>
                  <a:txBody>
                    <a:bodyPr/>
                    <a:lstStyle/>
                    <a:p>
                      <a:r>
                        <a:rPr lang="en-US" dirty="0"/>
                        <a:t>Stateless</a:t>
                      </a:r>
                    </a:p>
                  </a:txBody>
                  <a:tcPr/>
                </a:tc>
                <a:extLst>
                  <a:ext uri="{0D108BD9-81ED-4DB2-BD59-A6C34878D82A}">
                    <a16:rowId xmlns:a16="http://schemas.microsoft.com/office/drawing/2014/main" val="439045267"/>
                  </a:ext>
                </a:extLst>
              </a:tr>
              <a:tr h="795697">
                <a:tc>
                  <a:txBody>
                    <a:bodyPr/>
                    <a:lstStyle/>
                    <a:p>
                      <a:r>
                        <a:rPr lang="en-US" dirty="0"/>
                        <a:t>Interactivity</a:t>
                      </a:r>
                    </a:p>
                  </a:txBody>
                  <a:tcPr/>
                </a:tc>
                <a:tc>
                  <a:txBody>
                    <a:bodyPr/>
                    <a:lstStyle/>
                    <a:p>
                      <a:r>
                        <a:rPr lang="en-US" dirty="0"/>
                        <a:t>Interacts with environment and adapts</a:t>
                      </a:r>
                    </a:p>
                  </a:txBody>
                  <a:tcPr/>
                </a:tc>
                <a:tc>
                  <a:txBody>
                    <a:bodyPr/>
                    <a:lstStyle/>
                    <a:p>
                      <a:r>
                        <a:rPr lang="en-US" dirty="0"/>
                        <a:t>Purely reactive</a:t>
                      </a:r>
                    </a:p>
                  </a:txBody>
                  <a:tcPr/>
                </a:tc>
                <a:extLst>
                  <a:ext uri="{0D108BD9-81ED-4DB2-BD59-A6C34878D82A}">
                    <a16:rowId xmlns:a16="http://schemas.microsoft.com/office/drawing/2014/main" val="2702538523"/>
                  </a:ext>
                </a:extLst>
              </a:tr>
              <a:tr h="795697">
                <a:tc>
                  <a:txBody>
                    <a:bodyPr/>
                    <a:lstStyle/>
                    <a:p>
                      <a:r>
                        <a:rPr lang="en-US" dirty="0"/>
                        <a:t>Example</a:t>
                      </a:r>
                    </a:p>
                  </a:txBody>
                  <a:tcPr/>
                </a:tc>
                <a:tc>
                  <a:txBody>
                    <a:bodyPr/>
                    <a:lstStyle/>
                    <a:p>
                      <a:r>
                        <a:rPr lang="en-US" dirty="0"/>
                        <a:t>AI assistant booking flight + sending email</a:t>
                      </a:r>
                    </a:p>
                  </a:txBody>
                  <a:tcPr/>
                </a:tc>
                <a:tc>
                  <a:txBody>
                    <a:bodyPr/>
                    <a:lstStyle/>
                    <a:p>
                      <a:r>
                        <a:rPr lang="en-US" dirty="0"/>
                        <a:t>LLM summarizing an email</a:t>
                      </a:r>
                    </a:p>
                  </a:txBody>
                  <a:tcPr/>
                </a:tc>
                <a:extLst>
                  <a:ext uri="{0D108BD9-81ED-4DB2-BD59-A6C34878D82A}">
                    <a16:rowId xmlns:a16="http://schemas.microsoft.com/office/drawing/2014/main" val="4071928770"/>
                  </a:ext>
                </a:extLst>
              </a:tr>
            </a:tbl>
          </a:graphicData>
        </a:graphic>
      </p:graphicFrame>
    </p:spTree>
    <p:extLst>
      <p:ext uri="{BB962C8B-B14F-4D97-AF65-F5344CB8AC3E}">
        <p14:creationId xmlns:p14="http://schemas.microsoft.com/office/powerpoint/2010/main" val="1136188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96E02-58ED-E802-5664-0FB812ACB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80A27-8E30-76F5-4042-39F37F4E5383}"/>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Step 7 –Multi-Agent system</a:t>
            </a:r>
          </a:p>
        </p:txBody>
      </p:sp>
      <p:sp>
        <p:nvSpPr>
          <p:cNvPr id="3" name="Content Placeholder 2">
            <a:extLst>
              <a:ext uri="{FF2B5EF4-FFF2-40B4-BE49-F238E27FC236}">
                <a16:creationId xmlns:a16="http://schemas.microsoft.com/office/drawing/2014/main" id="{F0B91790-66E9-E478-B505-53B2F870B822}"/>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b="1"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
        <p:nvSpPr>
          <p:cNvPr id="5" name="Content Placeholder 2">
            <a:extLst>
              <a:ext uri="{FF2B5EF4-FFF2-40B4-BE49-F238E27FC236}">
                <a16:creationId xmlns:a16="http://schemas.microsoft.com/office/drawing/2014/main" id="{74138D3F-8389-A123-9867-9CD61DD9ED21}"/>
              </a:ext>
            </a:extLst>
          </p:cNvPr>
          <p:cNvSpPr txBox="1">
            <a:spLocks/>
          </p:cNvSpPr>
          <p:nvPr/>
        </p:nvSpPr>
        <p:spPr>
          <a:xfrm>
            <a:off x="368400" y="12212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AI decides which tool to invoke</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Tools demonstrated:</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Generate quiz</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Explain concept</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Assess answer</a:t>
            </a:r>
          </a:p>
          <a:p>
            <a:pPr lvl="1">
              <a:lnSpc>
                <a:spcPct val="160000"/>
              </a:lnSpc>
              <a:spcBef>
                <a:spcPts val="1100"/>
              </a:spcBef>
              <a:defRPr/>
            </a:pPr>
            <a:r>
              <a:rPr lang="en-US" sz="1800" dirty="0">
                <a:solidFill>
                  <a:prstClr val="black">
                    <a:lumMod val="50000"/>
                    <a:lumOff val="50000"/>
                  </a:prstClr>
                </a:solidFill>
                <a:latin typeface="Roboto" panose="02000000000000000000" pitchFamily="2" charset="0"/>
                <a:ea typeface="Roboto" panose="02000000000000000000" pitchFamily="2" charset="0"/>
              </a:rPr>
              <a:t>What to do when you’ve multiple narrowly spaced tools? </a:t>
            </a:r>
          </a:p>
          <a:p>
            <a:pPr lvl="2">
              <a:lnSpc>
                <a:spcPct val="160000"/>
              </a:lnSpc>
              <a:spcBef>
                <a:spcPts val="1100"/>
              </a:spcBef>
              <a:defRPr/>
            </a:pPr>
            <a:r>
              <a:rPr lang="en-US" sz="1400" dirty="0">
                <a:solidFill>
                  <a:prstClr val="black">
                    <a:lumMod val="50000"/>
                    <a:lumOff val="50000"/>
                  </a:prstClr>
                </a:solidFill>
                <a:latin typeface="Roboto" panose="02000000000000000000" pitchFamily="2" charset="0"/>
                <a:ea typeface="Roboto" panose="02000000000000000000" pitchFamily="2" charset="0"/>
              </a:rPr>
              <a:t>Reserve booking, confirm booking, book appointment</a:t>
            </a: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553120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AB35-9830-A4D3-C27B-FA65EF9A89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BB1F31-B259-4B75-3369-D223153D0865}"/>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b="1"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pic>
        <p:nvPicPr>
          <p:cNvPr id="8" name="Picture 7" descr="A screenshot of a chat&#10;&#10;AI-generated content may be incorrect.">
            <a:extLst>
              <a:ext uri="{FF2B5EF4-FFF2-40B4-BE49-F238E27FC236}">
                <a16:creationId xmlns:a16="http://schemas.microsoft.com/office/drawing/2014/main" id="{C93EB909-3D02-3E9D-8DD1-20A689899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3640" y="585170"/>
            <a:ext cx="10004720" cy="5687660"/>
          </a:xfrm>
          <a:prstGeom prst="rect">
            <a:avLst/>
          </a:prstGeom>
        </p:spPr>
      </p:pic>
    </p:spTree>
    <p:extLst>
      <p:ext uri="{BB962C8B-B14F-4D97-AF65-F5344CB8AC3E}">
        <p14:creationId xmlns:p14="http://schemas.microsoft.com/office/powerpoint/2010/main" val="3295647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A998-405F-B45E-0EEC-F3C23B372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0D7FE-8D89-737D-2B10-B503CD0315EC}"/>
              </a:ext>
            </a:extLst>
          </p:cNvPr>
          <p:cNvSpPr>
            <a:spLocks noGrp="1"/>
          </p:cNvSpPr>
          <p:nvPr>
            <p:ph type="title"/>
          </p:nvPr>
        </p:nvSpPr>
        <p:spPr>
          <a:xfrm>
            <a:off x="216000" y="216000"/>
            <a:ext cx="9000000" cy="720000"/>
          </a:xfrm>
        </p:spPr>
        <p:txBody>
          <a:bodyPr>
            <a:normAutofit/>
          </a:bodyPr>
          <a:lstStyle/>
          <a:p>
            <a:r>
              <a:rPr lang="en-US" sz="2800" dirty="0">
                <a:solidFill>
                  <a:schemeClr val="bg2">
                    <a:lumMod val="50000"/>
                  </a:schemeClr>
                </a:solidFill>
              </a:rPr>
              <a:t>Decision to take </a:t>
            </a:r>
          </a:p>
        </p:txBody>
      </p:sp>
      <p:sp>
        <p:nvSpPr>
          <p:cNvPr id="3" name="Content Placeholder 2">
            <a:extLst>
              <a:ext uri="{FF2B5EF4-FFF2-40B4-BE49-F238E27FC236}">
                <a16:creationId xmlns:a16="http://schemas.microsoft.com/office/drawing/2014/main" id="{6080592F-B06C-050A-188F-B455C1A433D2}"/>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b="1"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
        <p:nvSpPr>
          <p:cNvPr id="5" name="Content Placeholder 2">
            <a:extLst>
              <a:ext uri="{FF2B5EF4-FFF2-40B4-BE49-F238E27FC236}">
                <a16:creationId xmlns:a16="http://schemas.microsoft.com/office/drawing/2014/main" id="{F40F8037-1E2A-9969-0C4F-617EF0D6CB54}"/>
              </a:ext>
            </a:extLst>
          </p:cNvPr>
          <p:cNvSpPr txBox="1">
            <a:spLocks/>
          </p:cNvSpPr>
          <p:nvPr/>
        </p:nvSpPr>
        <p:spPr>
          <a:xfrm>
            <a:off x="368400" y="1068872"/>
            <a:ext cx="11588073" cy="50809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r>
              <a:rPr lang="en-US" sz="2800" b="1" dirty="0">
                <a:solidFill>
                  <a:prstClr val="black">
                    <a:lumMod val="50000"/>
                    <a:lumOff val="50000"/>
                  </a:prstClr>
                </a:solidFill>
                <a:latin typeface="Roboto" panose="02000000000000000000" pitchFamily="2" charset="0"/>
                <a:ea typeface="Roboto" panose="02000000000000000000" pitchFamily="2" charset="0"/>
              </a:rPr>
              <a:t>Should you build the AI Teaching Assistant using tools alone, keeping all tools under a single flow?</a:t>
            </a:r>
          </a:p>
          <a:p>
            <a:pPr lvl="1">
              <a:lnSpc>
                <a:spcPct val="160000"/>
              </a:lnSpc>
              <a:spcBef>
                <a:spcPts val="1100"/>
              </a:spcBef>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marL="457200" lvl="1" indent="0" algn="ctr">
              <a:lnSpc>
                <a:spcPct val="160000"/>
              </a:lnSpc>
              <a:spcBef>
                <a:spcPts val="1100"/>
              </a:spcBef>
              <a:buNone/>
              <a:defRPr/>
            </a:pPr>
            <a:r>
              <a:rPr lang="en-US" sz="1800" dirty="0">
                <a:solidFill>
                  <a:prstClr val="black">
                    <a:lumMod val="50000"/>
                    <a:lumOff val="50000"/>
                  </a:prstClr>
                </a:solidFill>
                <a:latin typeface="Roboto" panose="02000000000000000000" pitchFamily="2" charset="0"/>
                <a:ea typeface="Roboto" panose="02000000000000000000" pitchFamily="2" charset="0"/>
              </a:rPr>
              <a:t>OR</a:t>
            </a:r>
          </a:p>
          <a:p>
            <a:pPr marL="457200" lvl="1" indent="0" algn="ctr">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r>
              <a:rPr lang="en-US" sz="2800" b="1" dirty="0">
                <a:solidFill>
                  <a:prstClr val="black">
                    <a:lumMod val="50000"/>
                    <a:lumOff val="50000"/>
                  </a:prstClr>
                </a:solidFill>
                <a:latin typeface="Roboto" panose="02000000000000000000" pitchFamily="2" charset="0"/>
                <a:ea typeface="Roboto" panose="02000000000000000000" pitchFamily="2" charset="0"/>
              </a:rPr>
              <a:t>Should you build it using agents, one agent per flow? </a:t>
            </a: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22537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A8E6C-3A67-4E29-5FC1-A0266D350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D863F-A643-950F-1BAF-7BA97A0FA8A0}"/>
              </a:ext>
            </a:extLst>
          </p:cNvPr>
          <p:cNvSpPr>
            <a:spLocks noGrp="1"/>
          </p:cNvSpPr>
          <p:nvPr>
            <p:ph type="title"/>
          </p:nvPr>
        </p:nvSpPr>
        <p:spPr>
          <a:xfrm>
            <a:off x="4858078" y="3069000"/>
            <a:ext cx="2303916" cy="720000"/>
          </a:xfrm>
        </p:spPr>
        <p:txBody>
          <a:bodyPr>
            <a:normAutofit/>
          </a:bodyPr>
          <a:lstStyle/>
          <a:p>
            <a:r>
              <a:rPr lang="en-US" sz="2800" dirty="0">
                <a:solidFill>
                  <a:schemeClr val="bg2">
                    <a:lumMod val="50000"/>
                  </a:schemeClr>
                </a:solidFill>
              </a:rPr>
              <a:t>Questions?</a:t>
            </a:r>
          </a:p>
        </p:txBody>
      </p:sp>
      <p:sp>
        <p:nvSpPr>
          <p:cNvPr id="3" name="Content Placeholder 2">
            <a:extLst>
              <a:ext uri="{FF2B5EF4-FFF2-40B4-BE49-F238E27FC236}">
                <a16:creationId xmlns:a16="http://schemas.microsoft.com/office/drawing/2014/main" id="{661FC971-0AB8-2F17-A4E6-B76F0EF8AE3F}"/>
              </a:ext>
            </a:extLst>
          </p:cNvPr>
          <p:cNvSpPr txBox="1">
            <a:spLocks/>
          </p:cNvSpPr>
          <p:nvPr/>
        </p:nvSpPr>
        <p:spPr>
          <a:xfrm>
            <a:off x="216000" y="1068872"/>
            <a:ext cx="11588073" cy="4928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60000"/>
              </a:lnSpc>
              <a:spcBef>
                <a:spcPts val="1100"/>
              </a:spcBef>
              <a:buNone/>
              <a:defRPr/>
            </a:pPr>
            <a:endParaRPr lang="en-US" sz="18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b="1"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a:p>
            <a:pPr lvl="1">
              <a:lnSpc>
                <a:spcPct val="160000"/>
              </a:lnSpc>
              <a:spcBef>
                <a:spcPts val="1100"/>
              </a:spcBef>
              <a:defRPr/>
            </a:pPr>
            <a:endParaRPr lang="en-US" sz="1400" dirty="0">
              <a:solidFill>
                <a:prstClr val="black">
                  <a:lumMod val="50000"/>
                  <a:lumOff val="50000"/>
                </a:prst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05541988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3.xml><?xml version="1.0" encoding="utf-8"?>
<a:theme xmlns:a="http://schemas.openxmlformats.org/drawingml/2006/main" name="1_CorpTemplate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AC20685F-F5F7-4298-83B7-11EA434C7B4B}" vid="{C91AB31C-DCBE-459A-962F-7A4D5834B68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CorpTemplate2022</Template>
  <TotalTime>143531</TotalTime>
  <Words>607</Words>
  <Application>Microsoft Macintosh PowerPoint</Application>
  <PresentationFormat>Widescreen</PresentationFormat>
  <Paragraphs>159</Paragraphs>
  <Slides>17</Slides>
  <Notes>16</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17</vt:i4>
      </vt:variant>
    </vt:vector>
  </HeadingPairs>
  <TitlesOfParts>
    <vt:vector size="30" baseType="lpstr">
      <vt:lpstr>Aptos</vt:lpstr>
      <vt:lpstr>Aptos Display</vt:lpstr>
      <vt:lpstr>Arial</vt:lpstr>
      <vt:lpstr>Avenir Next LT Pro</vt:lpstr>
      <vt:lpstr>Calibri</vt:lpstr>
      <vt:lpstr>Century Gothic</vt:lpstr>
      <vt:lpstr>Open Sans</vt:lpstr>
      <vt:lpstr>Open Sans Semibold</vt:lpstr>
      <vt:lpstr>Poppins</vt:lpstr>
      <vt:lpstr>Roboto</vt:lpstr>
      <vt:lpstr>Custom Design</vt:lpstr>
      <vt:lpstr>AccentBoxVTI</vt:lpstr>
      <vt:lpstr>1_CorpTemplate2022</vt:lpstr>
      <vt:lpstr>PowerPoint Presentation</vt:lpstr>
      <vt:lpstr>From Zero to Production</vt:lpstr>
      <vt:lpstr>Why an AI TA</vt:lpstr>
      <vt:lpstr>Evolution of this session</vt:lpstr>
      <vt:lpstr>Tech stack</vt:lpstr>
      <vt:lpstr>Step 1 – Basic Prompt</vt:lpstr>
      <vt:lpstr>Step 2 – Conversation History</vt:lpstr>
      <vt:lpstr>Step 3 – Streaming</vt:lpstr>
      <vt:lpstr>Step 4 – Tool Calls</vt:lpstr>
      <vt:lpstr>Step 4 –Tool Calls</vt:lpstr>
      <vt:lpstr>Step 5 – Multiple Tool Calls</vt:lpstr>
      <vt:lpstr>Step 5 – Multiple Tool Calls</vt:lpstr>
      <vt:lpstr>Step 6 –Agents</vt:lpstr>
      <vt:lpstr>Step 7 –Multi-Agent system</vt:lpstr>
      <vt:lpstr>PowerPoint Presentation</vt:lpstr>
      <vt:lpstr>Decision to take </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Cognida.ai</dc:title>
  <dc:creator>Gopalakrishna Kuppuswamy</dc:creator>
  <cp:lastModifiedBy>Hari Malladi</cp:lastModifiedBy>
  <cp:revision>226</cp:revision>
  <dcterms:created xsi:type="dcterms:W3CDTF">2021-12-25T17:54:21Z</dcterms:created>
  <dcterms:modified xsi:type="dcterms:W3CDTF">2025-11-01T14:25:23Z</dcterms:modified>
</cp:coreProperties>
</file>